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ecdb615ce6402c" /><Relationship Type="http://schemas.openxmlformats.org/officeDocument/2006/relationships/extended-properties" Target="/docProps/app.xml" Id="R03976da24e7447bb" /><Relationship Type="http://schemas.openxmlformats.org/officeDocument/2006/relationships/officeDocument" Target="/ppt/presentation.xml" Id="R70fa8cab31784f1a" /></Relationships>
</file>

<file path=ppt/presentation.xml><?xml version="1.0" encoding="utf-8"?>
<p:presentation xmlns:p="http://schemas.openxmlformats.org/presentationml/2006/main">
  <p:sldMasterIdLst>
    <p:sldMasterId xmlns:r="http://schemas.openxmlformats.org/officeDocument/2006/relationships" id="2147483648" r:id="R340fed9c983a4c31"/>
  </p:sldMasterIdLst>
  <p:notesMasterIdLst>
    <p:notesMasterId xmlns:r="http://schemas.openxmlformats.org/officeDocument/2006/relationships" r:id="R836e73a2b8394929"/>
  </p:notesMasterIdLst>
  <p:sldIdLst>
    <p:sldId xmlns:r="http://schemas.openxmlformats.org/officeDocument/2006/relationships" id="256" r:id="Rb68a5a0dc7c546b7"/>
    <p:sldId xmlns:r="http://schemas.openxmlformats.org/officeDocument/2006/relationships" id="257" r:id="R2689df710da64d9d"/>
    <p:sldId xmlns:r="http://schemas.openxmlformats.org/officeDocument/2006/relationships" id="258" r:id="R4fa6436f32264d86"/>
    <p:sldId xmlns:r="http://schemas.openxmlformats.org/officeDocument/2006/relationships" id="259" r:id="Rc3c6c3ec31c448d8"/>
    <p:sldId xmlns:r="http://schemas.openxmlformats.org/officeDocument/2006/relationships" id="260" r:id="Rd88e8e19ae6047bc"/>
    <p:sldId xmlns:r="http://schemas.openxmlformats.org/officeDocument/2006/relationships" id="261" r:id="R497dbb0ff2974214"/>
    <p:sldId xmlns:r="http://schemas.openxmlformats.org/officeDocument/2006/relationships" id="262" r:id="R63f072f2806549a9"/>
    <p:sldId xmlns:r="http://schemas.openxmlformats.org/officeDocument/2006/relationships" id="263" r:id="Rbded6bb906d34929"/>
    <p:sldId xmlns:r="http://schemas.openxmlformats.org/officeDocument/2006/relationships" id="264" r:id="R2747183b4ac84fba"/>
    <p:sldId xmlns:r="http://schemas.openxmlformats.org/officeDocument/2006/relationships" id="265" r:id="Rdae290ed581c4611"/>
    <p:sldId xmlns:r="http://schemas.openxmlformats.org/officeDocument/2006/relationships" id="266" r:id="Readb8c3640b541b8"/>
    <p:sldId xmlns:r="http://schemas.openxmlformats.org/officeDocument/2006/relationships" id="267" r:id="R560cc2de02d3494f"/>
    <p:sldId xmlns:r="http://schemas.openxmlformats.org/officeDocument/2006/relationships" id="268" r:id="Rb710830248e24b07"/>
    <p:sldId xmlns:r="http://schemas.openxmlformats.org/officeDocument/2006/relationships" id="269" r:id="Rfa39aa6457be4886"/>
    <p:sldId xmlns:r="http://schemas.openxmlformats.org/officeDocument/2006/relationships" id="270" r:id="R73a8e673f03b48c7"/>
    <p:sldId xmlns:r="http://schemas.openxmlformats.org/officeDocument/2006/relationships" id="271" r:id="Rb70b0f20cc0348f8"/>
    <p:sldId xmlns:r="http://schemas.openxmlformats.org/officeDocument/2006/relationships" id="272" r:id="Rd1ae4b4c3e8e4371"/>
    <p:sldId xmlns:r="http://schemas.openxmlformats.org/officeDocument/2006/relationships" id="273" r:id="R34a1c039d21345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a8b762a00904054" /><Relationship Type="http://schemas.openxmlformats.org/officeDocument/2006/relationships/slideMaster" Target="/ppt/slideMasters/slideMaster1.xml" Id="R340fed9c983a4c31" /><Relationship Type="http://schemas.openxmlformats.org/officeDocument/2006/relationships/notesMaster" Target="/ppt/notesMasters/notesMaster1.xml" Id="R836e73a2b8394929" /><Relationship Type="http://schemas.openxmlformats.org/officeDocument/2006/relationships/presProps" Target="/ppt/presProps.xml" Id="R93b13ca227c24e16" /><Relationship Type="http://schemas.openxmlformats.org/officeDocument/2006/relationships/tableStyles" Target="/ppt/tableStyles.xml" Id="Rc1e6cb27fbe945b4" /><Relationship Type="http://schemas.openxmlformats.org/officeDocument/2006/relationships/slide" Target="/ppt/slides/slide1.xml" Id="Rb68a5a0dc7c546b7" /><Relationship Type="http://schemas.openxmlformats.org/officeDocument/2006/relationships/slide" Target="/ppt/slides/slide2.xml" Id="R2689df710da64d9d" /><Relationship Type="http://schemas.openxmlformats.org/officeDocument/2006/relationships/slide" Target="/ppt/slides/slide3.xml" Id="R4fa6436f32264d86" /><Relationship Type="http://schemas.openxmlformats.org/officeDocument/2006/relationships/slide" Target="/ppt/slides/slide4.xml" Id="Rc3c6c3ec31c448d8" /><Relationship Type="http://schemas.openxmlformats.org/officeDocument/2006/relationships/slide" Target="/ppt/slides/slide5.xml" Id="Rd88e8e19ae6047bc" /><Relationship Type="http://schemas.openxmlformats.org/officeDocument/2006/relationships/slide" Target="/ppt/slides/slide6.xml" Id="R497dbb0ff2974214" /><Relationship Type="http://schemas.openxmlformats.org/officeDocument/2006/relationships/slide" Target="/ppt/slides/slide7.xml" Id="R63f072f2806549a9" /><Relationship Type="http://schemas.openxmlformats.org/officeDocument/2006/relationships/slide" Target="/ppt/slides/slide8.xml" Id="Rbded6bb906d34929" /><Relationship Type="http://schemas.openxmlformats.org/officeDocument/2006/relationships/slide" Target="/ppt/slides/slide9.xml" Id="R2747183b4ac84fba" /><Relationship Type="http://schemas.openxmlformats.org/officeDocument/2006/relationships/slide" Target="/ppt/slides/slide10.xml" Id="Rdae290ed581c4611" /><Relationship Type="http://schemas.openxmlformats.org/officeDocument/2006/relationships/slide" Target="/ppt/slides/slide11.xml" Id="Readb8c3640b541b8" /><Relationship Type="http://schemas.openxmlformats.org/officeDocument/2006/relationships/slide" Target="/ppt/slides/slide12.xml" Id="R560cc2de02d3494f" /><Relationship Type="http://schemas.openxmlformats.org/officeDocument/2006/relationships/slide" Target="/ppt/slides/slide13.xml" Id="Rb710830248e24b07" /><Relationship Type="http://schemas.openxmlformats.org/officeDocument/2006/relationships/slide" Target="/ppt/slides/slide14.xml" Id="Rfa39aa6457be4886" /><Relationship Type="http://schemas.openxmlformats.org/officeDocument/2006/relationships/slide" Target="/ppt/slides/slide15.xml" Id="R73a8e673f03b48c7" /><Relationship Type="http://schemas.openxmlformats.org/officeDocument/2006/relationships/slide" Target="/ppt/slides/slide16.xml" Id="Rb70b0f20cc0348f8" /><Relationship Type="http://schemas.openxmlformats.org/officeDocument/2006/relationships/slide" Target="/ppt/slides/slide17.xml" Id="Rd1ae4b4c3e8e4371" /><Relationship Type="http://schemas.openxmlformats.org/officeDocument/2006/relationships/slide" Target="/ppt/slides/slide18.xml" Id="R34a1c039d21345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698a3ed64f4af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9297463e6f4143" /><Relationship Type="http://schemas.openxmlformats.org/officeDocument/2006/relationships/notesMaster" Target="/ppt/notesMasters/notesMaster1.xml" Id="R746995ef99b144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71e509445f1e40af" /><Relationship Type="http://schemas.openxmlformats.org/officeDocument/2006/relationships/notesMaster" Target="/ppt/notesMasters/notesMaster1.xml" Id="Re2355128b13445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b57efd356a4f4089" /><Relationship Type="http://schemas.openxmlformats.org/officeDocument/2006/relationships/notesMaster" Target="/ppt/notesMasters/notesMaster1.xml" Id="R894404d99d7041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eb36d00b79748e6" /><Relationship Type="http://schemas.openxmlformats.org/officeDocument/2006/relationships/notesMaster" Target="/ppt/notesMasters/notesMaster1.xml" Id="R72e3578f658d4d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d054b125bb4777" /><Relationship Type="http://schemas.openxmlformats.org/officeDocument/2006/relationships/notesMaster" Target="/ppt/notesMasters/notesMaster1.xml" Id="R38862a502e174c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7294f935b7445d" /><Relationship Type="http://schemas.openxmlformats.org/officeDocument/2006/relationships/notesMaster" Target="/ppt/notesMasters/notesMaster1.xml" Id="Rd63a612294824f7e" /></Relationships>
</file>

<file path=ppt/notesSlides/_rels/notesSlide7.xml.rels>&#65279;<?xml version="1.0" encoding="utf-8"?><Relationships xmlns="http://schemas.openxmlformats.org/package/2006/relationships"><Relationship Type="http://schemas.openxmlformats.org/officeDocument/2006/relationships/slide" Target="/ppt/slides/slide7.xml" Id="R6bb9e3b5469742e4" /><Relationship Type="http://schemas.openxmlformats.org/officeDocument/2006/relationships/notesMaster" Target="/ppt/notesMasters/notesMaster1.xml" Id="Rcbf02fac76674410"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be4ab8c1ec4d06" /><Relationship Type="http://schemas.openxmlformats.org/officeDocument/2006/relationships/notesMaster" Target="/ppt/notesMasters/notesMaster1.xml" Id="Rfddb7f423c29438e" /></Relationships>
</file>

<file path=ppt/notesSlides/_rels/notesSlide9.xml.rels>&#65279;<?xml version="1.0" encoding="utf-8"?><Relationships xmlns="http://schemas.openxmlformats.org/package/2006/relationships"><Relationship Type="http://schemas.openxmlformats.org/officeDocument/2006/relationships/slide" Target="/ppt/slides/slide9.xml" Id="R3f77b5cbe74741ee" /><Relationship Type="http://schemas.openxmlformats.org/officeDocument/2006/relationships/notesMaster" Target="/ppt/notesMasters/notesMaster1.xml" Id="R05a0378107c9451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97322c9e2f04165" /><Relationship Type="http://schemas.openxmlformats.org/officeDocument/2006/relationships/notesMaster" Target="/ppt/notesMasters/notesMaster1.xml" Id="Rf2057af386174fa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de8da9dc0b14c70" /><Relationship Type="http://schemas.openxmlformats.org/officeDocument/2006/relationships/notesMaster" Target="/ppt/notesMasters/notesMaster1.xml" Id="Ra0d26293cd494b6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1a7ed37c99341d1" /><Relationship Type="http://schemas.openxmlformats.org/officeDocument/2006/relationships/notesMaster" Target="/ppt/notesMasters/notesMaster1.xml" Id="R0ec2503f0073449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4a1f6feb3a24cb9" /><Relationship Type="http://schemas.openxmlformats.org/officeDocument/2006/relationships/notesMaster" Target="/ppt/notesMasters/notesMaster1.xml" Id="R6d911eda031d4e9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81698534b0944aa" /><Relationship Type="http://schemas.openxmlformats.org/officeDocument/2006/relationships/notesMaster" Target="/ppt/notesMasters/notesMaster1.xml" Id="Radd77ae12f3d41d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fc4ac2013b2470a" /><Relationship Type="http://schemas.openxmlformats.org/officeDocument/2006/relationships/notesMaster" Target="/ppt/notesMasters/notesMaster1.xml" Id="Rf34b45b035074f4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fba66eeb4394b3b" /><Relationship Type="http://schemas.openxmlformats.org/officeDocument/2006/relationships/notesMaster" Target="/ppt/notesMasters/notesMaster1.xml" Id="R5ec8b8ff78334e6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4d60a5d8b984130" /><Relationship Type="http://schemas.openxmlformats.org/officeDocument/2006/relationships/notesMaster" Target="/ppt/notesMasters/notesMaster1.xml" Id="R8ffee0f0bc25431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3e4be1ddfd14791" /><Relationship Type="http://schemas.openxmlformats.org/officeDocument/2006/relationships/notesMaster" Target="/ppt/notesMasters/notesMaster1.xml" Id="R3b49452f770242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purpose: review what Amber can use on the website, understand which recurring tasks take her time, and discuss optional help. Ask what she would most like the website to support this season. Source image: existing WaistLess Foods portrait, public/amber.jpg. No claim of measured time savings or sales growth is being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the customer and owner sides together. These capabilities are implemented, but this is not launch sign-off. The September 9 website update identified final booking and payment checks, content review, and approval to remove the preview restriction as remaining launch steps. Source: client website update dated September 9, 2026 and https://www.waistlessfoods.com/admin/walkthrough.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guide and sign in with the existing admin password. Never display credentials on the slide or share the environment file. Walk through the customer pages, paid recipe preview, newsletter workflow, and the admin tools Amber wants to use. Return to the presentation after the demo. The guide is a practical training resource and contains no retainer prices or sales sections. Customer pages may require the separate preview password or customer account sign-in. Screenshot source: live read-only capture of https://www.waistlessfoods.com/admin/walkthrough on October 30, 2026. The optional screenshot-reference slides are hidden after the main presentation. Use them from the slide overview when a live demo is inconvenient.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revised draft support proposal dated October 30, 2026, output/pdf/WaistLess-Foods-Support-Proposal-Draft.pdf. This is an illustrative plan pending a team estimate and final scope, not committed monthly quantities. One newsletter draft uses the existing template, up to 600 words of supplied final copy, one call-to-action link, and one consolidated revision round. Each of four static graphics has one agreed message and size, based on approved templates, with one consolidated revision round. Each of two content updates covers one existing page or recipe entry using final supplied text and one supplied image. Website checks and minor fixes must fit the agreed technical scope. The monthly review is up to 30 minutes. Ask which work Amber actually wants to hand 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Zul remains the client contact and is accountable for assigning tasks and reviewing output. Confirm staffing and capacity in the written scope before promising coverage. Designers and assistants work on agreed tasks with appropriate access. Amber supplies or approves content and retains authority over customer prices, booking commitments, and newsletter sends. This is proposed part-time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example workflow, not a guaranteed monthly quantity. Amber provides the message and approved content. Reusing the same approved theme and assets helps plan the newsletter and promotional graphics together. The team must estimate the effort before committing to the sample quantities shown on slide 4. Sending a newsletter and publishing it to the archive are separate actions. Do not publish or send without Amber’s approval. Source for existing newsletter functionality: https://www.waistlessfoods.com/admin/walkthrough#newsletters.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Amber has one request list and one point of contact. We estimate and prioritize tasks, then confirm delivery dates. Revisions, meetings, and coordination consume the agreed capacity. Extra work requires approval. Confirm response windows and business days in the final agreement rather than promising same-day availability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trial is optional and starts only after we agree on the current project closeout, scope, budget, and staffing in writing. Ask what support Amber wants before proposing a package. Record a baseline for recurring tasks in month one. Use completed tasks, time required, revision effort, and Amber’s feedback to judge usefulness. Do not promise sales growth or a fixed number of hours saved. At the end of month three, review whether to continue, resize, or end under the agreed terms.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completion of the agreed existing project from optional future service. Remaining original-scope obligations are not charged again through a retainer. Confirm final consultation booking and Meet delivery, payment flow, content review, and preview restriction approval. Larger new features need their own estimate. Sources: client website update dated September 9, 2026 and https://www.waistlessfoods.com/admin/walkthrough#content.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Amber to identify the two tasks she would most like help with. Close the normal presentation here. Ask permission conversationally to prepare a tailored written proposal after learning her workload and budget. Only show the hidden appendix manually if she asks about pricing. Ask what monthly level of support would be comfortable. Agree whether she wants a short written scope for website support or the broader team option. Confirm any remaining launch items separately. Do not treat discussion of the options as acceptance. Source background image: existing WaistLess Foods homepage image, public/hero.png.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SCREENSHOT REFERENCE. Hidden during normal slideshow playback. Open manually from the slide overview when needed.</a:t>
            </a:r>
          </a:p>
          <a:p xmlns:a="http://schemas.openxmlformats.org/drawingml/2006/main">
            <a:r>
              <a:t/>
            </a:r>
          </a:p>
          <a:p xmlns:a="http://schemas.openxmlformats.org/drawingml/2006/main">
            <a:r>
              <a:t>Complete the event details. Sample data, captured 2026-10-30. The form contains browser-only sample information. No inquiry is saved. Source: docs/walkthrough-evidence/2026-10-30/consultation-complete.jpg</a:t>
            </a:r>
          </a:p>
          <a:p xmlns:a="http://schemas.openxmlformats.org/drawingml/2006/main">
            <a:r>
              <a:t/>
            </a:r>
          </a:p>
          <a:p xmlns:a="http://schemas.openxmlformats.org/drawingml/2006/main">
            <a:r>
              <a:t>Review Google’s booking questions. Live screen, captured 2026-10-30. Required event details, dates, and budget were checked. The Book button was not clicked. Source: docs/walkthrough-evidence/2026-10-30/google-required-details.jpg</a:t>
            </a:r>
          </a:p>
          <a:p xmlns:a="http://schemas.openxmlformats.org/drawingml/2006/main">
            <a:r>
              <a:t/>
            </a:r>
          </a:p>
          <a:p xmlns:a="http://schemas.openxmlformats.org/drawingml/2006/main">
            <a:r>
              <a:t>Checked: The live form opens. A browser-only request response reaches the Google schedule. Google event questions are reviewed when available. The admin example uses a synthetic inquiry.</a:t>
            </a:r>
          </a:p>
          <a:p xmlns:a="http://schemas.openxmlformats.org/drawingml/2006/main">
            <a:r>
              <a:t>Still to verify: A real saved inquiry, delivered emails, completed Google appointment, calendar invitation, and Google Meet 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SCREENSHOT REFERENCE. Hidden during normal slideshow playback. Open manually from the slide overview when needed.</a:t>
            </a:r>
          </a:p>
          <a:p xmlns:a="http://schemas.openxmlformats.org/drawingml/2006/main">
            <a:r>
              <a:t/>
            </a:r>
          </a:p>
          <a:p xmlns:a="http://schemas.openxmlformats.org/drawingml/2006/main">
            <a:r>
              <a:t>Review the request form. Live screen, captured 2026-10-30. This form requests availability. It does not confirm a booking. Source: docs/walkthrough-evidence/2026-10-30/private-inquiry.jpg</a:t>
            </a:r>
          </a:p>
          <a:p xmlns:a="http://schemas.openxmlformats.org/drawingml/2006/main">
            <a:r>
              <a:t/>
            </a:r>
          </a:p>
          <a:p xmlns:a="http://schemas.openxmlformats.org/drawingml/2006/main">
            <a:r>
              <a:t>Review the request result. UI test, captured 2026-10-30. Simulated successful response. No request record or confirmation email was created. Source: docs/walkthrough-evidence/2026-10-30/private-result.jpg</a:t>
            </a:r>
          </a:p>
          <a:p xmlns:a="http://schemas.openxmlformats.org/drawingml/2006/main">
            <a:r>
              <a:t/>
            </a:r>
          </a:p>
          <a:p xmlns:a="http://schemas.openxmlformats.org/drawingml/2006/main">
            <a:r>
              <a:t>Checked: Private Chef and Catering request pages, required-field validation, and confirmation states with simulated submission responses.</a:t>
            </a:r>
          </a:p>
          <a:p xmlns:a="http://schemas.openxmlformats.org/drawingml/2006/main">
            <a:r>
              <a:t>Still to verify: Persisted service requests and customer/admin confirmation delivery using an agreed test recipient. Replace the Catering starting-price placeholder ($XXX) during content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SCREENSHOT REFERENCE. Hidden during normal slideshow playback. Open manually from the slide overview when needed.</a:t>
            </a:r>
          </a:p>
          <a:p xmlns:a="http://schemas.openxmlformats.org/drawingml/2006/main">
            <a:r>
              <a:t/>
            </a:r>
          </a:p>
          <a:p xmlns:a="http://schemas.openxmlformats.org/drawingml/2006/main">
            <a:r>
              <a:t>Choose private or public classes. Live screen, captured 2026-10-30. Current service actions and booking-process information. Source: docs/walkthrough-evidence/2026-10-30/cooking-classes-actions.jpg</a:t>
            </a:r>
          </a:p>
          <a:p xmlns:a="http://schemas.openxmlformats.org/drawingml/2006/main">
            <a:r>
              <a:t/>
            </a:r>
          </a:p>
          <a:p xmlns:a="http://schemas.openxmlformats.org/drawingml/2006/main">
            <a:r>
              <a:t>Review class registrations. Sample data, captured 2026-10-30. Synthetic sandbox purchaser and seat counts. No real enrollment is shown. Source: docs/walkthrough-evidence/2026-10-30/class-roster.jpg</a:t>
            </a:r>
          </a:p>
          <a:p xmlns:a="http://schemas.openxmlformats.org/drawingml/2006/main">
            <a:r>
              <a:t/>
            </a:r>
          </a:p>
          <a:p xmlns:a="http://schemas.openxmlformats.org/drawingml/2006/main">
            <a:r>
              <a:t>Checked: Private-class inquiry validation and simulated confirmation, the live unavailable-class view, and a sample class roster. Database-backed roster access and filtering passed isolated temporary-table tests.</a:t>
            </a:r>
          </a:p>
          <a:p xmlns:a="http://schemas.openxmlformats.org/drawingml/2006/main">
            <a:r>
              <a:t>Still to verify: Public-class enrollment, actual payment and seat allocation, and customer notifications before enrollment is enabled.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SCREENSHOT REFERENCE. Hidden during normal slideshow playback. Open manually from the slide overview when needed.</a:t>
            </a:r>
          </a:p>
          <a:p xmlns:a="http://schemas.openxmlformats.org/drawingml/2006/main">
            <a:r>
              <a:t/>
            </a:r>
          </a:p>
          <a:p xmlns:a="http://schemas.openxmlformats.org/drawingml/2006/main">
            <a:r>
              <a:t>Inspect the full recipe. Live screen, captured 2026-10-30. Protected full-recipe owner preview. This is not proof of a completed customer payment. Source: docs/walkthrough-evidence/2026-10-30/paid-recipe-full.jpg</a:t>
            </a:r>
          </a:p>
          <a:p xmlns:a="http://schemas.openxmlformats.org/drawingml/2006/main">
            <a:r>
              <a:t/>
            </a:r>
          </a:p>
          <a:p xmlns:a="http://schemas.openxmlformats.org/drawingml/2006/main">
            <a:r>
              <a:t>Preview Print / Save PDF. Live screen, captured 2026-10-30. Current print layout from the protected preview. Customer purchase unlocking is tested separately. Source: docs/walkthrough-evidence/2026-10-30/paid-recipe-print.jpg</a:t>
            </a:r>
          </a:p>
          <a:p xmlns:a="http://schemas.openxmlformats.org/drawingml/2006/main">
            <a:r>
              <a:t/>
            </a:r>
          </a:p>
          <a:p xmlns:a="http://schemas.openxmlformats.org/drawingml/2006/main">
            <a:r>
              <a:t>Checked: Owner-only paid recipe previews, complete recipe layout, and print styling. No purchase was needed for the admin preview.</a:t>
            </a:r>
          </a:p>
          <a:p xmlns:a="http://schemas.openxmlformats.org/drawingml/2006/main">
            <a:r>
              <a:t>Still to verify: A final customer purchase-to-unlock check and the customer’s Print / Save PDF experience after payment.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SCREENSHOT REFERENCE. Hidden during normal slideshow playback. Open manually from the slide overview when needed.</a:t>
            </a:r>
          </a:p>
          <a:p xmlns:a="http://schemas.openxmlformats.org/drawingml/2006/main">
            <a:r>
              <a:t/>
            </a:r>
          </a:p>
          <a:p xmlns:a="http://schemas.openxmlformats.org/drawingml/2006/main">
            <a:r>
              <a:t>Write and save an issue. UI test, captured 2026-10-30. Save was tested against a browser-only response. No issue was stored or emailed. Source: docs/walkthrough-evidence/2026-10-30/newsletter-editor.jpg</a:t>
            </a:r>
          </a:p>
          <a:p xmlns:a="http://schemas.openxmlformats.org/drawingml/2006/main">
            <a:r>
              <a:t/>
            </a:r>
          </a:p>
          <a:p xmlns:a="http://schemas.openxmlformats.org/drawingml/2006/main">
            <a:r>
              <a:t>Review before sending. UI test, captured 2026-10-30. Audience preparation was simulated. No subscriber send button was confirmed. Source: docs/walkthrough-evidence/2026-10-30/newsletter-campaign.jpg</a:t>
            </a:r>
          </a:p>
          <a:p xmlns:a="http://schemas.openxmlformats.org/drawingml/2006/main">
            <a:r>
              <a:t/>
            </a:r>
          </a:p>
          <a:p xmlns:a="http://schemas.openxmlformats.org/drawingml/2006/main">
            <a:r>
              <a:t>Checked: Save, preview, publish, and campaign preparation with browser-only sample responses. Publishing did not send an email. Newsletter authorization, publication and PDF-download APIs passed temporary-table tests with a mocked mailer.</a:t>
            </a:r>
          </a:p>
          <a:p xmlns:a="http://schemas.openxmlformats.org/drawingml/2006/main">
            <a:r>
              <a:t>Still to verify: Real inbox delivery and a fresh customer sign-in/archive/download check. The member-archive image is explicitly dated September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SCREENSHOT REFERENCE. Hidden during normal slideshow playback. Open manually from the slide overview when needed.</a:t>
            </a:r>
          </a:p>
          <a:p xmlns:a="http://schemas.openxmlformats.org/drawingml/2006/main">
            <a:r>
              <a:t/>
            </a:r>
          </a:p>
          <a:p xmlns:a="http://schemas.openxmlformats.org/drawingml/2006/main">
            <a:r>
              <a:t>Prepare a service invoice. Sample data, captured 2026-10-30. Current invoice editor with sample details. No Stripe invoice has been created. Source: docs/walkthrough-evidence/2026-10-30/invoice-editor.jpg</a:t>
            </a:r>
          </a:p>
          <a:p xmlns:a="http://schemas.openxmlformats.org/drawingml/2006/main">
            <a:r>
              <a:t/>
            </a:r>
          </a:p>
          <a:p xmlns:a="http://schemas.openxmlformats.org/drawingml/2006/main">
            <a:r>
              <a:t>Review the invoice and payment controls. UI test, captured 2026-10-30. Draft save and issue were simulated. The sample link is not payable. No email or charge occurred. Source: docs/walkthrough-evidence/2026-10-30/invoice-issued.jpg</a:t>
            </a:r>
          </a:p>
          <a:p xmlns:a="http://schemas.openxmlformats.org/drawingml/2006/main">
            <a:r>
              <a:t/>
            </a:r>
          </a:p>
          <a:p xmlns:a="http://schemas.openxmlformats.org/drawingml/2006/main">
            <a:r>
              <a:t>Checked: Invoice draft and issue controls with simulated Stripe responses. Invoice business rules and HTTP guards passed mocked tests. Review moderation and admin navigation use sample or non-customer views.</a:t>
            </a:r>
          </a:p>
          <a:p xmlns:a="http://schemas.openxmlformats.org/drawingml/2006/main">
            <a:r>
              <a:t>Still to verify: Real invoice delivery, live payment reconciliation and a real review publication cycle. No real invoice, charge, email or review change occurred.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SCREENSHOT REFERENCE. Hidden during normal slideshow playback. Open manually from the slide overview when needed.</a:t>
            </a:r>
          </a:p>
          <a:p xmlns:a="http://schemas.openxmlformats.org/drawingml/2006/main">
            <a:r>
              <a:t/>
            </a:r>
          </a:p>
          <a:p xmlns:a="http://schemas.openxmlformats.org/drawingml/2006/main">
            <a:r>
              <a:t>Open Contentful. Live screen, captured 2026-10-30. Contentful requires its own account. Entry editing and publishing were not tested in this session. Source: docs/walkthrough-evidence/2026-10-30/contentful-access.jpg</a:t>
            </a:r>
          </a:p>
          <a:p xmlns:a="http://schemas.openxmlformats.org/drawingml/2006/main">
            <a:r>
              <a:t/>
            </a:r>
          </a:p>
          <a:p xmlns:a="http://schemas.openxmlformats.org/drawingml/2006/main">
            <a:r>
              <a:t>Review the published homepage. Live screen, captured 2026-10-30. Current homepage for content review. No Contentful content was changed. Source: docs/walkthrough-evidence/2026-10-30/homepage-review.jpg</a:t>
            </a:r>
          </a:p>
          <a:p xmlns:a="http://schemas.openxmlformats.org/drawingml/2006/main">
            <a:r>
              <a:t/>
            </a:r>
          </a:p>
          <a:p xmlns:a="http://schemas.openxmlformats.org/drawingml/2006/main">
            <a:r>
              <a:t>Checked: Contentful’s separate sign-in screen, the published homepage, and read-only storefront settings.</a:t>
            </a:r>
          </a:p>
          <a:p xmlns:a="http://schemas.openxmlformats.org/drawingml/2006/main">
            <a:r>
              <a:t>Still to verify: Editing and publishing an entry in the owner’s Contentful session, final content approval, and approval to lift the preview restriction.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HIDDEN APPENDIX. Normal slideshow playback skips this slide. Show it manually only if Amber asks about budget after discussing her recurring tasks. Source: revised draft support proposal dated October 30, 2026. Website support is provisionally USD $300 per month with up to five combined service hours for technical work and coordination. Monthly Website &amp; Content Support is provisionally USD $700 per month with fifteen combined staff hours: five technical, eight design/admin, and two coordination/review. These are planning limits in the detailed terms, not extra production time above the sample deliverables. Meetings, revisions, testing, and reporting count. The content plan on slide 4 is illustrative and must be estimated before quantities are promised. Confirm staffing, full delivery cost, and final scope before issuing a quote. One newsletter draft, four graphics, two updates, a website check with small fixes, and a monthly review are the proposed example, not a committed output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13f9734a724b1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5b9ca869ded4d7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157ff7550d3426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2b56674e1ad4c1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ff1094aef9e493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9e681e44d3047f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479C0B5-58F1-437B-B611-C7F16C183A7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AC501B3-8094-4588-A95F-A57C2343275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16729C5-DAC5-4302-BBD2-1DFD928E583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7C2C01-5AD4-45C0-A299-CC223872D62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F87829D-A96A-43CE-8965-582A98C60F9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C6C3D99-8844-48BF-87CA-8DE173B9FD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1799BED-8CD0-4C73-8C01-AEB0E7A003C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F9E1451-E109-49E4-A0BA-69D9D4CEA02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65DFB97-C575-40C1-ABFF-E3A65591C9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B31763B-376D-455B-AC37-471E47B71BE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0cb5e0edb346cb" /><Relationship Type="http://schemas.openxmlformats.org/officeDocument/2006/relationships/slideLayout" Target="/ppt/slideLayouts/slideLayout1.xml" Id="R055fdc8b5ca547ec" /><Relationship Type="http://schemas.openxmlformats.org/officeDocument/2006/relationships/slideLayout" Target="/ppt/slideLayouts/slideLayout2.xml" Id="R700a717c2d6c4065" /><Relationship Type="http://schemas.openxmlformats.org/officeDocument/2006/relationships/slideLayout" Target="/ppt/slideLayouts/slideLayout3.xml" Id="R2c0931ae1d304c07" /><Relationship Type="http://schemas.openxmlformats.org/officeDocument/2006/relationships/slideLayout" Target="/ppt/slideLayouts/slideLayout4.xml" Id="R8509055eae164817" /><Relationship Type="http://schemas.openxmlformats.org/officeDocument/2006/relationships/slideLayout" Target="/ppt/slideLayouts/slideLayout5.xml" Id="R924dae2008c44f95" /><Relationship Type="http://schemas.openxmlformats.org/officeDocument/2006/relationships/slideLayout" Target="/ppt/slideLayouts/slideLayout6.xml" Id="Rc78eb11082924d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5fdc8b5ca547ec"/>
    <p:sldLayoutId xmlns:r="http://schemas.openxmlformats.org/officeDocument/2006/relationships" id="2147483650" r:id="R700a717c2d6c4065"/>
    <p:sldLayoutId xmlns:r="http://schemas.openxmlformats.org/officeDocument/2006/relationships" id="2147483651" r:id="R2c0931ae1d304c07"/>
    <p:sldLayoutId xmlns:r="http://schemas.openxmlformats.org/officeDocument/2006/relationships" id="2147483652" r:id="R8509055eae164817"/>
    <p:sldLayoutId xmlns:r="http://schemas.openxmlformats.org/officeDocument/2006/relationships" id="2147483653" r:id="R924dae2008c44f95"/>
    <p:sldLayoutId xmlns:r="http://schemas.openxmlformats.org/officeDocument/2006/relationships" id="2147483654" r:id="Rc78eb11082924d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9ee65f3adb345f1" /><Relationship Type="http://schemas.openxmlformats.org/officeDocument/2006/relationships/image" Target="/ppt/media/image.jpeg" Id="R809871fd711942b1" /><Relationship Type="http://schemas.openxmlformats.org/officeDocument/2006/relationships/notesSlide" Target="/ppt/notesSlides/notesSlide1.xml" Id="R4dc592884d6e45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5effcef34c14232" /><Relationship Type="http://schemas.openxmlformats.org/officeDocument/2006/relationships/notesSlide" Target="/ppt/notesSlides/notesSlide2.xml" Id="R77e8129d40894b4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230b68c0b294de7" /><Relationship Type="http://schemas.openxmlformats.org/officeDocument/2006/relationships/hyperlink" Target="https://www.waistlessfoods.com/admin/walkthrough#website-tour" TargetMode="External" Id="R071cfaaf5e6340be" /><Relationship Type="http://schemas.openxmlformats.org/officeDocument/2006/relationships/image" Target="/ppt/media/image.png" Id="R90fecc2d429545db" /><Relationship Type="http://schemas.openxmlformats.org/officeDocument/2006/relationships/notesSlide" Target="/ppt/notesSlides/notesSlide3.xml" Id="R1e17ba2a1f0346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c0e58f291874450" /><Relationship Type="http://schemas.openxmlformats.org/officeDocument/2006/relationships/notesSlide" Target="/ppt/notesSlides/notesSlide4.xml" Id="Ra40cc1457328489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c491f957cee4313" /><Relationship Type="http://schemas.openxmlformats.org/officeDocument/2006/relationships/notesSlide" Target="/ppt/notesSlides/notesSlide5.xml" Id="Rae71ebf98f104db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71dbd6adbb84dc5" /><Relationship Type="http://schemas.openxmlformats.org/officeDocument/2006/relationships/notesSlide" Target="/ppt/notesSlides/notesSlide6.xml" Id="R4e19850278b545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6acc9d009ad486b" /><Relationship Type="http://schemas.openxmlformats.org/officeDocument/2006/relationships/notesSlide" Target="/ppt/notesSlides/notesSlide7.xml" Id="R268bbbb16d77401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87b8945b2644519" /><Relationship Type="http://schemas.openxmlformats.org/officeDocument/2006/relationships/notesSlide" Target="/ppt/notesSlides/notesSlide8.xml" Id="Rc2930dd07b924f6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8bb858043074089" /><Relationship Type="http://schemas.openxmlformats.org/officeDocument/2006/relationships/notesSlide" Target="/ppt/notesSlides/notesSlide9.xml" Id="Rf27fff0490984e4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41e89ce8cac4829" /><Relationship Type="http://schemas.openxmlformats.org/officeDocument/2006/relationships/image" Target="/ppt/media/image2.png" Id="Rda5f01c1e9d94bae" /><Relationship Type="http://schemas.openxmlformats.org/officeDocument/2006/relationships/hyperlink" Target="https://www.waistlessfoods.com/admin/walkthrough#website-tour" TargetMode="External" Id="R8c0f292356484e09" /><Relationship Type="http://schemas.openxmlformats.org/officeDocument/2006/relationships/notesSlide" Target="/ppt/notesSlides/notesSlide10.xml" Id="R15746373aad24ad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e814d221a914987" /><Relationship Type="http://schemas.openxmlformats.org/officeDocument/2006/relationships/image" Target="/ppt/media/image2.jpeg" Id="R7240b512b184441f" /><Relationship Type="http://schemas.openxmlformats.org/officeDocument/2006/relationships/image" Target="/ppt/media/image3.jpeg" Id="Rd0b5447f18834492" /><Relationship Type="http://schemas.openxmlformats.org/officeDocument/2006/relationships/hyperlink" Target="https://www.waistlessfoods.com/admin/walkthrough#consultations" TargetMode="External" Id="R4cd489c2e9cc409f" /><Relationship Type="http://schemas.openxmlformats.org/officeDocument/2006/relationships/notesSlide" Target="/ppt/notesSlides/notesSlide11.xml" Id="Rb1b840178664434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d7ef72289174082" /><Relationship Type="http://schemas.openxmlformats.org/officeDocument/2006/relationships/image" Target="/ppt/media/image4.jpeg" Id="R177bbb26c37d4549" /><Relationship Type="http://schemas.openxmlformats.org/officeDocument/2006/relationships/image" Target="/ppt/media/image5.jpeg" Id="R733c9f93c39c43f6" /><Relationship Type="http://schemas.openxmlformats.org/officeDocument/2006/relationships/hyperlink" Target="https://www.waistlessfoods.com/admin/walkthrough#services" TargetMode="External" Id="Re0427ab85a4642e4" /><Relationship Type="http://schemas.openxmlformats.org/officeDocument/2006/relationships/notesSlide" Target="/ppt/notesSlides/notesSlide12.xml" Id="R61642704d0fe452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1ae42eee00e4848" /><Relationship Type="http://schemas.openxmlformats.org/officeDocument/2006/relationships/image" Target="/ppt/media/image6.jpeg" Id="Ra93a934fe50040da" /><Relationship Type="http://schemas.openxmlformats.org/officeDocument/2006/relationships/image" Target="/ppt/media/image7.jpeg" Id="R77e76299f5cb4a8c" /><Relationship Type="http://schemas.openxmlformats.org/officeDocument/2006/relationships/hyperlink" Target="https://www.waistlessfoods.com/admin/walkthrough#classes" TargetMode="External" Id="R1122aaedda6a4746" /><Relationship Type="http://schemas.openxmlformats.org/officeDocument/2006/relationships/notesSlide" Target="/ppt/notesSlides/notesSlide13.xml" Id="R82e9b87fee0c464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00ba31eb2e54ddd" /><Relationship Type="http://schemas.openxmlformats.org/officeDocument/2006/relationships/image" Target="/ppt/media/image8.jpeg" Id="R7a6702e9edc043fc" /><Relationship Type="http://schemas.openxmlformats.org/officeDocument/2006/relationships/image" Target="/ppt/media/image9.jpeg" Id="R1057df7efe4a4d2f" /><Relationship Type="http://schemas.openxmlformats.org/officeDocument/2006/relationships/hyperlink" Target="https://www.waistlessfoods.com/admin/walkthrough#recipes" TargetMode="External" Id="R92b93361ceb549b1" /><Relationship Type="http://schemas.openxmlformats.org/officeDocument/2006/relationships/notesSlide" Target="/ppt/notesSlides/notesSlide14.xml" Id="R7e6eaf96a6314bc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aa6428a475e42f7" /><Relationship Type="http://schemas.openxmlformats.org/officeDocument/2006/relationships/image" Target="/ppt/media/image10.jpeg" Id="Rb178134ee5c14a69" /><Relationship Type="http://schemas.openxmlformats.org/officeDocument/2006/relationships/image" Target="/ppt/media/image11.jpeg" Id="R3fb0dc69b1b44047" /><Relationship Type="http://schemas.openxmlformats.org/officeDocument/2006/relationships/hyperlink" Target="https://www.waistlessfoods.com/admin/walkthrough#newsletters" TargetMode="External" Id="R0d9cf251420249ca" /><Relationship Type="http://schemas.openxmlformats.org/officeDocument/2006/relationships/notesSlide" Target="/ppt/notesSlides/notesSlide15.xml" Id="R2a7ff5599de04cc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09cff9c32294b09" /><Relationship Type="http://schemas.openxmlformats.org/officeDocument/2006/relationships/image" Target="/ppt/media/image12.jpeg" Id="Rff82a9e8f4514473" /><Relationship Type="http://schemas.openxmlformats.org/officeDocument/2006/relationships/image" Target="/ppt/media/image13.jpeg" Id="R00cba61625b64f19" /><Relationship Type="http://schemas.openxmlformats.org/officeDocument/2006/relationships/hyperlink" Target="https://www.waistlessfoods.com/admin/walkthrough#management" TargetMode="External" Id="R9cb59a4740534bf9" /><Relationship Type="http://schemas.openxmlformats.org/officeDocument/2006/relationships/notesSlide" Target="/ppt/notesSlides/notesSlide16.xml" Id="R4ebaffca096247a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a60ec5d29ea4f22" /><Relationship Type="http://schemas.openxmlformats.org/officeDocument/2006/relationships/image" Target="/ppt/media/image14.jpeg" Id="R19aa9fe66a0d4fba" /><Relationship Type="http://schemas.openxmlformats.org/officeDocument/2006/relationships/image" Target="/ppt/media/image15.jpeg" Id="R23a24f828f344bf8" /><Relationship Type="http://schemas.openxmlformats.org/officeDocument/2006/relationships/hyperlink" Target="https://www.waistlessfoods.com/admin/walkthrough#content" TargetMode="External" Id="R2ee49a88dca14259" /><Relationship Type="http://schemas.openxmlformats.org/officeDocument/2006/relationships/notesSlide" Target="/ppt/notesSlides/notesSlide17.xml" Id="R8982b479efcd4c7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8b9921fab93422a" /><Relationship Type="http://schemas.openxmlformats.org/officeDocument/2006/relationships/notesSlide" Target="/ppt/notesSlides/notesSlide18.xml" Id="Rb3f0e3bbbfa349b3" /></Relationships>
</file>

<file path=ppt/slides/slide1.xml><?xml version="1.0" encoding="utf-8"?>
<p:sld xmlns:p="http://schemas.openxmlformats.org/presentationml/2006/main">
  <p:cSld>
    <p:bg>
      <p:bgPr>
        <a:solidFill xmlns:a="http://schemas.openxmlformats.org/drawingml/2006/main">
          <a:srgbClr val="173D40"/>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CCC8EDF5-11BD-42FC-953E-1D228C4D6192}"/>
              </a:ext>
            </a:extLst>
          </p:cNvPr>
          <p:cNvPicPr>
            <a:picLocks xmlns:a="http://schemas.openxmlformats.org/drawingml/2006/main" noChangeAspect="1"/>
          </p:cNvPicPr>
          <p:nvPr/>
        </p:nvPicPr>
        <p:blipFill>
          <a:blip xmlns:r="http://schemas.openxmlformats.org/officeDocument/2006/relationships" xmlns:a="http://schemas.openxmlformats.org/drawingml/2006/main" r:embed="R809871fd711942b1"/>
          <a:srcRect xmlns:a="http://schemas.openxmlformats.org/drawingml/2006/main" l="15675" t="0" r="15675" b="0"/>
          <a:stretch xmlns:a="http://schemas.openxmlformats.org/drawingml/2006/main">
            <a:fillRect l="0" t="0" r="0" b="0"/>
          </a:stretch>
        </p:blipFill>
        <p:spPr>
          <a:xfrm xmlns:a="http://schemas.openxmlformats.org/drawingml/2006/main">
            <a:off x="7334250" y="0"/>
            <a:ext cx="4857750" cy="6858000"/>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5F61B95E-F35B-4330-B2C5-0A3ACBD6A1F6}"/>
              </a:ext>
            </a:extLst>
          </p:cNvPr>
          <p:cNvSpPr>
            <a:spLocks xmlns:a="http://schemas.openxmlformats.org/drawingml/2006/main" noGrp="1"/>
          </p:cNvSpPr>
          <p:nvPr/>
        </p:nvSpPr>
        <p:spPr>
          <a:xfrm xmlns:a="http://schemas.openxmlformats.org/drawingml/2006/main">
            <a:off x="666750" y="666750"/>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B6DCDA"/>
                </a:solidFill>
                <a:latin typeface="Arial"/>
                <a:ea typeface="Arial"/>
                <a:cs typeface="Arial"/>
              </a:defRPr>
            </a:defPPr>
            <a:lvl1pPr>
              <a:defRPr sz="1800" b="1">
                <a:solidFill>
                  <a:srgbClr val="B6DCDA"/>
                </a:solidFill>
                <a:latin typeface="Arial"/>
                <a:ea typeface="Arial"/>
                <a:cs typeface="Arial"/>
              </a:defRPr>
            </a:lvl1pPr>
            <a:lvl2pPr>
              <a:defRPr sz="1800" b="1">
                <a:solidFill>
                  <a:srgbClr val="B6DCDA"/>
                </a:solidFill>
                <a:latin typeface="Arial"/>
                <a:ea typeface="Arial"/>
                <a:cs typeface="Arial"/>
              </a:defRPr>
            </a:lvl2pPr>
            <a:lvl3pPr>
              <a:defRPr sz="1800" b="1">
                <a:solidFill>
                  <a:srgbClr val="B6DCDA"/>
                </a:solidFill>
                <a:latin typeface="Arial"/>
                <a:ea typeface="Arial"/>
                <a:cs typeface="Arial"/>
              </a:defRPr>
            </a:lvl3pPr>
            <a:lvl4pPr>
              <a:defRPr sz="1800" b="1">
                <a:solidFill>
                  <a:srgbClr val="B6DCDA"/>
                </a:solidFill>
                <a:latin typeface="Arial"/>
                <a:ea typeface="Arial"/>
                <a:cs typeface="Arial"/>
              </a:defRPr>
            </a:lvl4pPr>
            <a:lvl5pPr>
              <a:defRPr sz="1800" b="1">
                <a:solidFill>
                  <a:srgbClr val="B6DCDA"/>
                </a:solidFill>
                <a:latin typeface="Arial"/>
                <a:ea typeface="Arial"/>
                <a:cs typeface="Arial"/>
              </a:defRPr>
            </a:lvl5pPr>
            <a:lvl6pPr>
              <a:defRPr sz="1800" b="1">
                <a:solidFill>
                  <a:srgbClr val="B6DCDA"/>
                </a:solidFill>
                <a:latin typeface="Arial"/>
                <a:ea typeface="Arial"/>
                <a:cs typeface="Arial"/>
              </a:defRPr>
            </a:lvl6pPr>
            <a:lvl7pPr>
              <a:defRPr sz="1800" b="1">
                <a:solidFill>
                  <a:srgbClr val="B6DCDA"/>
                </a:solidFill>
                <a:latin typeface="Arial"/>
                <a:ea typeface="Arial"/>
                <a:cs typeface="Arial"/>
              </a:defRPr>
            </a:lvl7pPr>
            <a:lvl8pPr>
              <a:defRPr sz="1800" b="1">
                <a:solidFill>
                  <a:srgbClr val="B6DCDA"/>
                </a:solidFill>
                <a:latin typeface="Arial"/>
                <a:ea typeface="Arial"/>
                <a:cs typeface="Arial"/>
              </a:defRPr>
            </a:lvl8pPr>
            <a:lvl9pPr>
              <a:defRPr sz="1800" b="1">
                <a:solidFill>
                  <a:srgbClr val="B6DCDA"/>
                </a:solidFill>
                <a:latin typeface="Arial"/>
                <a:ea typeface="Arial"/>
                <a:cs typeface="Arial"/>
              </a:defRPr>
            </a:lvl9pPr>
          </a:lstStyle>
          <a:p xmlns:a="http://schemas.openxmlformats.org/drawingml/2006/main">
            <a:pPr>
              <a:defRPr sz="1800" b="1">
                <a:solidFill>
                  <a:srgbClr val="B6DCDA"/>
                </a:solidFill>
                <a:latin typeface="Arial"/>
                <a:ea typeface="Arial"/>
                <a:cs typeface="Arial"/>
              </a:defRPr>
            </a:pPr>
            <a:r>
              <a:rPr sz="1800" b="1">
                <a:solidFill>
                  <a:srgbClr val="B6DCDA"/>
                </a:solidFill>
                <a:latin typeface="Arial"/>
                <a:ea typeface="Arial"/>
                <a:cs typeface="Arial"/>
              </a:rPr>
              <a:t>WaistLess Foods</a:t>
            </a:r>
          </a:p>
        </p:txBody>
      </p:sp>
      <p:sp>
        <p:nvSpPr>
          <p:cNvPr id="3" name="text-2">
            <a:extLst xmlns:a="http://schemas.openxmlformats.org/drawingml/2006/main">
              <a:ext uri="{FF2B5EF4-FFF2-40B4-BE49-F238E27FC236}">
                <a16:creationId xmlns:a16="http://schemas.microsoft.com/office/drawing/2014/main" id="{E8388070-A1BC-4477-A5DF-302FEEFFF15C}"/>
              </a:ext>
            </a:extLst>
          </p:cNvPr>
          <p:cNvSpPr>
            <a:spLocks xmlns:a="http://schemas.openxmlformats.org/drawingml/2006/main" noGrp="1"/>
          </p:cNvSpPr>
          <p:nvPr/>
        </p:nvSpPr>
        <p:spPr>
          <a:xfrm xmlns:a="http://schemas.openxmlformats.org/drawingml/2006/main">
            <a:off x="666750" y="1952625"/>
            <a:ext cx="6381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FFFFFF"/>
                </a:solidFill>
                <a:latin typeface="Arial"/>
                <a:ea typeface="Arial"/>
                <a:cs typeface="Arial"/>
              </a:defRPr>
            </a:defPPr>
            <a:lvl1pPr>
              <a:defRPr sz="4950" b="1">
                <a:solidFill>
                  <a:srgbClr val="FFFFFF"/>
                </a:solidFill>
                <a:latin typeface="Arial"/>
                <a:ea typeface="Arial"/>
                <a:cs typeface="Arial"/>
              </a:defRPr>
            </a:lvl1pPr>
            <a:lvl2pPr>
              <a:defRPr sz="4950" b="1">
                <a:solidFill>
                  <a:srgbClr val="FFFFFF"/>
                </a:solidFill>
                <a:latin typeface="Arial"/>
                <a:ea typeface="Arial"/>
                <a:cs typeface="Arial"/>
              </a:defRPr>
            </a:lvl2pPr>
            <a:lvl3pPr>
              <a:defRPr sz="4950" b="1">
                <a:solidFill>
                  <a:srgbClr val="FFFFFF"/>
                </a:solidFill>
                <a:latin typeface="Arial"/>
                <a:ea typeface="Arial"/>
                <a:cs typeface="Arial"/>
              </a:defRPr>
            </a:lvl3pPr>
            <a:lvl4pPr>
              <a:defRPr sz="4950" b="1">
                <a:solidFill>
                  <a:srgbClr val="FFFFFF"/>
                </a:solidFill>
                <a:latin typeface="Arial"/>
                <a:ea typeface="Arial"/>
                <a:cs typeface="Arial"/>
              </a:defRPr>
            </a:lvl4pPr>
            <a:lvl5pPr>
              <a:defRPr sz="4950" b="1">
                <a:solidFill>
                  <a:srgbClr val="FFFFFF"/>
                </a:solidFill>
                <a:latin typeface="Arial"/>
                <a:ea typeface="Arial"/>
                <a:cs typeface="Arial"/>
              </a:defRPr>
            </a:lvl5pPr>
            <a:lvl6pPr>
              <a:defRPr sz="4950" b="1">
                <a:solidFill>
                  <a:srgbClr val="FFFFFF"/>
                </a:solidFill>
                <a:latin typeface="Arial"/>
                <a:ea typeface="Arial"/>
                <a:cs typeface="Arial"/>
              </a:defRPr>
            </a:lvl6pPr>
            <a:lvl7pPr>
              <a:defRPr sz="4950" b="1">
                <a:solidFill>
                  <a:srgbClr val="FFFFFF"/>
                </a:solidFill>
                <a:latin typeface="Arial"/>
                <a:ea typeface="Arial"/>
                <a:cs typeface="Arial"/>
              </a:defRPr>
            </a:lvl7pPr>
            <a:lvl8pPr>
              <a:defRPr sz="4950" b="1">
                <a:solidFill>
                  <a:srgbClr val="FFFFFF"/>
                </a:solidFill>
                <a:latin typeface="Arial"/>
                <a:ea typeface="Arial"/>
                <a:cs typeface="Arial"/>
              </a:defRPr>
            </a:lvl8pPr>
            <a:lvl9pPr>
              <a:defRPr sz="4950" b="1">
                <a:solidFill>
                  <a:srgbClr val="FFFFFF"/>
                </a:solidFill>
                <a:latin typeface="Arial"/>
                <a:ea typeface="Arial"/>
                <a:cs typeface="Arial"/>
              </a:defRPr>
            </a:lvl9pPr>
          </a:lstStyle>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More time for</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WaistLess Foods</a:t>
            </a:r>
          </a:p>
        </p:txBody>
      </p:sp>
      <p:sp>
        <p:nvSpPr>
          <p:cNvPr id="4" name="text-3">
            <a:extLst xmlns:a="http://schemas.openxmlformats.org/drawingml/2006/main">
              <a:ext uri="{FF2B5EF4-FFF2-40B4-BE49-F238E27FC236}">
                <a16:creationId xmlns:a16="http://schemas.microsoft.com/office/drawing/2014/main" id="{026507A1-9F94-4E5B-978B-1ADFCE9F8561}"/>
              </a:ext>
            </a:extLst>
          </p:cNvPr>
          <p:cNvSpPr>
            <a:spLocks xmlns:a="http://schemas.openxmlformats.org/drawingml/2006/main" noGrp="1"/>
          </p:cNvSpPr>
          <p:nvPr/>
        </p:nvSpPr>
        <p:spPr>
          <a:xfrm xmlns:a="http://schemas.openxmlformats.org/drawingml/2006/main">
            <a:off x="666750" y="4191000"/>
            <a:ext cx="600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Website review and ongoing support</a:t>
            </a:r>
          </a:p>
        </p:txBody>
      </p:sp>
      <p:sp>
        <p:nvSpPr>
          <p:cNvPr id="5" name="text-4">
            <a:extLst xmlns:a="http://schemas.openxmlformats.org/drawingml/2006/main">
              <a:ext uri="{FF2B5EF4-FFF2-40B4-BE49-F238E27FC236}">
                <a16:creationId xmlns:a16="http://schemas.microsoft.com/office/drawing/2014/main" id="{50B2EC1E-5632-440F-B38E-184285E8DF16}"/>
              </a:ext>
            </a:extLst>
          </p:cNvPr>
          <p:cNvSpPr>
            <a:spLocks xmlns:a="http://schemas.openxmlformats.org/drawingml/2006/main" noGrp="1"/>
          </p:cNvSpPr>
          <p:nvPr/>
        </p:nvSpPr>
        <p:spPr>
          <a:xfrm xmlns:a="http://schemas.openxmlformats.org/drawingml/2006/main">
            <a:off x="666750" y="5619750"/>
            <a:ext cx="590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6DCDA"/>
                </a:solidFill>
                <a:latin typeface="Arial"/>
                <a:ea typeface="Arial"/>
                <a:cs typeface="Arial"/>
              </a:defRPr>
            </a:defPPr>
            <a:lvl1pPr>
              <a:defRPr sz="1650" b="0">
                <a:solidFill>
                  <a:srgbClr val="B6DCDA"/>
                </a:solidFill>
                <a:latin typeface="Arial"/>
                <a:ea typeface="Arial"/>
                <a:cs typeface="Arial"/>
              </a:defRPr>
            </a:lvl1pPr>
            <a:lvl2pPr>
              <a:defRPr sz="1650" b="0">
                <a:solidFill>
                  <a:srgbClr val="B6DCDA"/>
                </a:solidFill>
                <a:latin typeface="Arial"/>
                <a:ea typeface="Arial"/>
                <a:cs typeface="Arial"/>
              </a:defRPr>
            </a:lvl2pPr>
            <a:lvl3pPr>
              <a:defRPr sz="1650" b="0">
                <a:solidFill>
                  <a:srgbClr val="B6DCDA"/>
                </a:solidFill>
                <a:latin typeface="Arial"/>
                <a:ea typeface="Arial"/>
                <a:cs typeface="Arial"/>
              </a:defRPr>
            </a:lvl3pPr>
            <a:lvl4pPr>
              <a:defRPr sz="1650" b="0">
                <a:solidFill>
                  <a:srgbClr val="B6DCDA"/>
                </a:solidFill>
                <a:latin typeface="Arial"/>
                <a:ea typeface="Arial"/>
                <a:cs typeface="Arial"/>
              </a:defRPr>
            </a:lvl4pPr>
            <a:lvl5pPr>
              <a:defRPr sz="1650" b="0">
                <a:solidFill>
                  <a:srgbClr val="B6DCDA"/>
                </a:solidFill>
                <a:latin typeface="Arial"/>
                <a:ea typeface="Arial"/>
                <a:cs typeface="Arial"/>
              </a:defRPr>
            </a:lvl5pPr>
            <a:lvl6pPr>
              <a:defRPr sz="1650" b="0">
                <a:solidFill>
                  <a:srgbClr val="B6DCDA"/>
                </a:solidFill>
                <a:latin typeface="Arial"/>
                <a:ea typeface="Arial"/>
                <a:cs typeface="Arial"/>
              </a:defRPr>
            </a:lvl6pPr>
            <a:lvl7pPr>
              <a:defRPr sz="1650" b="0">
                <a:solidFill>
                  <a:srgbClr val="B6DCDA"/>
                </a:solidFill>
                <a:latin typeface="Arial"/>
                <a:ea typeface="Arial"/>
                <a:cs typeface="Arial"/>
              </a:defRPr>
            </a:lvl7pPr>
            <a:lvl8pPr>
              <a:defRPr sz="1650" b="0">
                <a:solidFill>
                  <a:srgbClr val="B6DCDA"/>
                </a:solidFill>
                <a:latin typeface="Arial"/>
                <a:ea typeface="Arial"/>
                <a:cs typeface="Arial"/>
              </a:defRPr>
            </a:lvl8pPr>
            <a:lvl9pPr>
              <a:defRPr sz="1650" b="0">
                <a:solidFill>
                  <a:srgbClr val="B6DCDA"/>
                </a:solidFill>
                <a:latin typeface="Arial"/>
                <a:ea typeface="Arial"/>
                <a:cs typeface="Arial"/>
              </a:defRPr>
            </a:lvl9pPr>
          </a:lstStyle>
          <a:p xmlns:a="http://schemas.openxmlformats.org/drawingml/2006/main">
            <a:pPr>
              <a:defRPr sz="1650" b="0">
                <a:solidFill>
                  <a:srgbClr val="B6DCDA"/>
                </a:solidFill>
                <a:latin typeface="Arial"/>
                <a:ea typeface="Arial"/>
                <a:cs typeface="Arial"/>
              </a:defRPr>
            </a:pPr>
            <a:r>
              <a:rPr sz="1650" b="0">
                <a:solidFill>
                  <a:srgbClr val="B6DCDA"/>
                </a:solidFill>
                <a:latin typeface="Arial"/>
                <a:ea typeface="Arial"/>
                <a:cs typeface="Arial"/>
              </a:rPr>
              <a:t>A conversation with Chef Amber</a:t>
            </a:r>
          </a:p>
          <a:p xmlns:a="http://schemas.openxmlformats.org/drawingml/2006/main">
            <a:pPr>
              <a:defRPr sz="1650" b="0">
                <a:solidFill>
                  <a:srgbClr val="B6DCDA"/>
                </a:solidFill>
                <a:latin typeface="Arial"/>
                <a:ea typeface="Arial"/>
                <a:cs typeface="Arial"/>
              </a:defRPr>
            </a:pPr>
            <a:r>
              <a:rPr sz="1650" b="0">
                <a:solidFill>
                  <a:srgbClr val="B6DCDA"/>
                </a:solidFill>
                <a:latin typeface="Arial"/>
                <a:ea typeface="Arial"/>
                <a:cs typeface="Arial"/>
              </a:rPr>
              <a:t>Presented by Zul</a:t>
            </a:r>
          </a:p>
        </p:txBody>
      </p:sp>
    </p:spTree>
    <p:extLst>
      <p:ext uri="{BB962C8B-B14F-4D97-AF65-F5344CB8AC3E}">
        <p14:creationId xmlns:p14="http://schemas.microsoft.com/office/powerpoint/2010/main" val="1160800070"/>
      </p:ext>
    </p:extLst>
  </p:cSld>
</p:sld>
</file>

<file path=ppt/slides/slide2.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6" name="text-5">
            <a:extLst xmlns:a="http://schemas.openxmlformats.org/drawingml/2006/main">
              <a:ext uri="{FF2B5EF4-FFF2-40B4-BE49-F238E27FC236}">
                <a16:creationId xmlns:a16="http://schemas.microsoft.com/office/drawing/2014/main" id="{313AD591-ABCE-4E1C-9D1C-3318A4CD0D3F}"/>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The website tools we can put to work</a:t>
            </a:r>
          </a:p>
        </p:txBody>
      </p:sp>
      <p:sp>
        <p:nvSpPr>
          <p:cNvPr id="2" name="text-6">
            <a:extLst xmlns:a="http://schemas.openxmlformats.org/drawingml/2006/main">
              <a:ext uri="{FF2B5EF4-FFF2-40B4-BE49-F238E27FC236}">
                <a16:creationId xmlns:a16="http://schemas.microsoft.com/office/drawing/2014/main" id="{32AE1CD4-C876-4675-8182-E5FD39C6301A}"/>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7">
            <a:extLst xmlns:a="http://schemas.openxmlformats.org/drawingml/2006/main">
              <a:ext uri="{FF2B5EF4-FFF2-40B4-BE49-F238E27FC236}">
                <a16:creationId xmlns:a16="http://schemas.microsoft.com/office/drawing/2014/main" id="{CAC211EF-BD8C-48D9-AAF6-6F01CE1FD374}"/>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02</a:t>
            </a:r>
          </a:p>
        </p:txBody>
      </p:sp>
      <p:graphicFrame>
        <p:nvGraphicFramePr>
          <p:cNvPr id="4" name="">
            <a:extLst xmlns:a="http://schemas.openxmlformats.org/drawingml/2006/main">
              <a:ext uri="{FF2B5EF4-FFF2-40B4-BE49-F238E27FC236}">
                <a16:creationId xmlns:a16="http://schemas.microsoft.com/office/drawing/2014/main" id="{C7E4D6C3-78FC-4230-BB39-6B6625176B08}"/>
              </a:ext>
            </a:extLst>
          </p:cNvPr>
          <p:cNvGraphicFramePr/>
          <p:nvPr/>
        </p:nvGraphicFramePr>
        <p:xfrm>
          <a:off xmlns:a="http://schemas.openxmlformats.org/drawingml/2006/main" x="666750" y="1857375"/>
          <a:ext xmlns:a="http://schemas.openxmlformats.org/drawingml/2006/main" cx="10858500" cy="3286125"/>
        </p:xfrm>
        <a:graphic xmlns:a="http://schemas.openxmlformats.org/drawingml/2006/main">
          <a:graphicData uri="http://schemas.openxmlformats.org/drawingml/2006/table">
            <a:tbl>
              <a:tblPr/>
              <a:tblGrid>
                <a:gridCol w="5429250"/>
                <a:gridCol w="5429250"/>
              </a:tblGrid>
              <a:tr h="821531">
                <a:tc>
                  <a:txBody>
                    <a:bodyPr lIns="152400" tIns="152400" rIns="152400" bIns="152400"/>
                    <a:lstStyle/>
                    <a:p>
                      <a:r>
                        <a:rPr sz="1875" b="1">
                          <a:solidFill>
                            <a:srgbClr val="FFFFFF"/>
                          </a:solidFill>
                          <a:latin typeface="Arial"/>
                          <a:ea typeface="Arial"/>
                          <a:cs typeface="Arial"/>
                        </a:rPr>
                        <a:t>Customer experience</a:t>
                      </a:r>
                    </a:p>
                  </a:txBody>
                  <a:tcPr marL="91440" marR="91440" marT="45720" marB="45720" anchor="ctr">
                    <a:lnL w="19050">
                      <a:solidFill>
                        <a:srgbClr val="F3F6F2"/>
                      </a:solidFill>
                      <a:prstDash val="solid"/>
                    </a:lnL>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c>
                  <a:txBody>
                    <a:bodyPr lIns="152400" tIns="152400" rIns="152400" bIns="152400"/>
                    <a:lstStyle/>
                    <a:p>
                      <a:r>
                        <a:rPr sz="1875" b="1">
                          <a:solidFill>
                            <a:srgbClr val="FFFFFF"/>
                          </a:solidFill>
                          <a:latin typeface="Arial"/>
                          <a:ea typeface="Arial"/>
                          <a:cs typeface="Arial"/>
                        </a:rPr>
                        <a:t>Amber’s management tools</a:t>
                      </a:r>
                    </a:p>
                  </a:txBody>
                  <a:tcPr marL="91440" marR="91440" marT="45720" marB="45720" anchor="ctr">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r>
              <a:tr h="821531">
                <a:tc>
                  <a:txBody>
                    <a:bodyPr lIns="152400" tIns="152400" rIns="152400" bIns="152400"/>
                    <a:lstStyle/>
                    <a:p>
                      <a:r>
                        <a:rPr sz="1875" b="0">
                          <a:solidFill>
                            <a:srgbClr val="173D40"/>
                          </a:solidFill>
                          <a:latin typeface="Arial"/>
                          <a:ea typeface="Arial"/>
                          <a:cs typeface="Arial"/>
                        </a:rPr>
                        <a:t>Consultations and service requests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75" b="0">
                          <a:solidFill>
                            <a:srgbClr val="173D40"/>
                          </a:solidFill>
                          <a:latin typeface="Arial"/>
                          <a:ea typeface="Arial"/>
                          <a:cs typeface="Arial"/>
                        </a:rPr>
                        <a:t>Booking requests and service invoices</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821531">
                <a:tc>
                  <a:txBody>
                    <a:bodyPr lIns="152400" tIns="152400" rIns="152400" bIns="152400"/>
                    <a:lstStyle/>
                    <a:p>
                      <a:r>
                        <a:rPr sz="1875" b="0">
                          <a:solidFill>
                            <a:srgbClr val="173D40"/>
                          </a:solidFill>
                          <a:latin typeface="Arial"/>
                          <a:ea typeface="Arial"/>
                          <a:cs typeface="Arial"/>
                        </a:rPr>
                        <a:t>Recipes and cooking-class pages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875" b="0">
                          <a:solidFill>
                            <a:srgbClr val="173D40"/>
                          </a:solidFill>
                          <a:latin typeface="Arial"/>
                          <a:ea typeface="Arial"/>
                          <a:cs typeface="Arial"/>
                        </a:rPr>
                        <a:t>Paid recipe previews and class registrations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r h="821531">
                <a:tc>
                  <a:txBody>
                    <a:bodyPr lIns="152400" tIns="152400" rIns="152400" bIns="152400"/>
                    <a:lstStyle/>
                    <a:p>
                      <a:r>
                        <a:rPr sz="1875" b="0">
                          <a:solidFill>
                            <a:srgbClr val="173D40"/>
                          </a:solidFill>
                          <a:latin typeface="Arial"/>
                          <a:ea typeface="Arial"/>
                          <a:cs typeface="Arial"/>
                        </a:rPr>
                        <a:t>Member newsletter archive</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75" b="0">
                          <a:solidFill>
                            <a:srgbClr val="173D40"/>
                          </a:solidFill>
                          <a:latin typeface="Arial"/>
                          <a:ea typeface="Arial"/>
                          <a:cs typeface="Arial"/>
                        </a:rPr>
                        <a:t>Newsletter Studio and email subscribers</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bl>
          </a:graphicData>
        </a:graphic>
      </p:graphicFrame>
      <p:sp>
        <p:nvSpPr>
          <p:cNvPr id="5" name="text-8">
            <a:extLst xmlns:a="http://schemas.openxmlformats.org/drawingml/2006/main">
              <a:ext uri="{FF2B5EF4-FFF2-40B4-BE49-F238E27FC236}">
                <a16:creationId xmlns:a16="http://schemas.microsoft.com/office/drawing/2014/main" id="{2B6EB28C-0352-465C-BFD9-99C33E50E6C1}"/>
              </a:ext>
            </a:extLst>
          </p:cNvPr>
          <p:cNvSpPr>
            <a:spLocks xmlns:a="http://schemas.openxmlformats.org/drawingml/2006/main" noGrp="1"/>
          </p:cNvSpPr>
          <p:nvPr/>
        </p:nvSpPr>
        <p:spPr>
          <a:xfrm xmlns:a="http://schemas.openxmlformats.org/drawingml/2006/main">
            <a:off x="666750" y="55245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367577"/>
                </a:solidFill>
                <a:latin typeface="Arial"/>
                <a:ea typeface="Arial"/>
                <a:cs typeface="Arial"/>
              </a:defRPr>
            </a:defPPr>
            <a:lvl1pPr>
              <a:defRPr sz="1950" b="1">
                <a:solidFill>
                  <a:srgbClr val="367577"/>
                </a:solidFill>
                <a:latin typeface="Arial"/>
                <a:ea typeface="Arial"/>
                <a:cs typeface="Arial"/>
              </a:defRPr>
            </a:lvl1pPr>
            <a:lvl2pPr>
              <a:defRPr sz="1950" b="1">
                <a:solidFill>
                  <a:srgbClr val="367577"/>
                </a:solidFill>
                <a:latin typeface="Arial"/>
                <a:ea typeface="Arial"/>
                <a:cs typeface="Arial"/>
              </a:defRPr>
            </a:lvl2pPr>
            <a:lvl3pPr>
              <a:defRPr sz="1950" b="1">
                <a:solidFill>
                  <a:srgbClr val="367577"/>
                </a:solidFill>
                <a:latin typeface="Arial"/>
                <a:ea typeface="Arial"/>
                <a:cs typeface="Arial"/>
              </a:defRPr>
            </a:lvl3pPr>
            <a:lvl4pPr>
              <a:defRPr sz="1950" b="1">
                <a:solidFill>
                  <a:srgbClr val="367577"/>
                </a:solidFill>
                <a:latin typeface="Arial"/>
                <a:ea typeface="Arial"/>
                <a:cs typeface="Arial"/>
              </a:defRPr>
            </a:lvl4pPr>
            <a:lvl5pPr>
              <a:defRPr sz="1950" b="1">
                <a:solidFill>
                  <a:srgbClr val="367577"/>
                </a:solidFill>
                <a:latin typeface="Arial"/>
                <a:ea typeface="Arial"/>
                <a:cs typeface="Arial"/>
              </a:defRPr>
            </a:lvl5pPr>
            <a:lvl6pPr>
              <a:defRPr sz="1950" b="1">
                <a:solidFill>
                  <a:srgbClr val="367577"/>
                </a:solidFill>
                <a:latin typeface="Arial"/>
                <a:ea typeface="Arial"/>
                <a:cs typeface="Arial"/>
              </a:defRPr>
            </a:lvl6pPr>
            <a:lvl7pPr>
              <a:defRPr sz="1950" b="1">
                <a:solidFill>
                  <a:srgbClr val="367577"/>
                </a:solidFill>
                <a:latin typeface="Arial"/>
                <a:ea typeface="Arial"/>
                <a:cs typeface="Arial"/>
              </a:defRPr>
            </a:lvl7pPr>
            <a:lvl8pPr>
              <a:defRPr sz="1950" b="1">
                <a:solidFill>
                  <a:srgbClr val="367577"/>
                </a:solidFill>
                <a:latin typeface="Arial"/>
                <a:ea typeface="Arial"/>
                <a:cs typeface="Arial"/>
              </a:defRPr>
            </a:lvl8pPr>
            <a:lvl9pPr>
              <a:defRPr sz="1950" b="1">
                <a:solidFill>
                  <a:srgbClr val="367577"/>
                </a:solidFill>
                <a:latin typeface="Arial"/>
                <a:ea typeface="Arial"/>
                <a:cs typeface="Arial"/>
              </a:defRPr>
            </a:lvl9pPr>
          </a:lstStyle>
          <a:p xmlns:a="http://schemas.openxmlformats.org/drawingml/2006/main">
            <a:pPr>
              <a:defRPr sz="1950" b="1">
                <a:solidFill>
                  <a:srgbClr val="367577"/>
                </a:solidFill>
                <a:latin typeface="Arial"/>
                <a:ea typeface="Arial"/>
                <a:cs typeface="Arial"/>
              </a:defRPr>
            </a:pPr>
            <a:r>
              <a:rPr sz="1950" b="1">
                <a:solidFill>
                  <a:srgbClr val="367577"/>
                </a:solidFill>
                <a:latin typeface="Arial"/>
                <a:ea typeface="Arial"/>
                <a:cs typeface="Arial"/>
              </a:rPr>
              <a:t>Today’s review: confirm the workflows and agree on the remaining launch checks</a:t>
            </a:r>
          </a:p>
        </p:txBody>
      </p:sp>
    </p:spTree>
    <p:extLst>
      <p:ext uri="{BB962C8B-B14F-4D97-AF65-F5344CB8AC3E}">
        <p14:creationId xmlns:p14="http://schemas.microsoft.com/office/powerpoint/2010/main" val="1073230789"/>
      </p:ext>
    </p:extLst>
  </p:cSld>
</p:sld>
</file>

<file path=ppt/slides/slide3.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9" name="text-9">
            <a:extLst xmlns:a="http://schemas.openxmlformats.org/drawingml/2006/main">
              <a:ext uri="{FF2B5EF4-FFF2-40B4-BE49-F238E27FC236}">
                <a16:creationId xmlns:a16="http://schemas.microsoft.com/office/drawing/2014/main" id="{4FC81F7D-53ED-458B-B730-837D2FE1F085}"/>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Live website walkthrough</a:t>
            </a:r>
          </a:p>
        </p:txBody>
      </p:sp>
      <p:sp>
        <p:nvSpPr>
          <p:cNvPr id="2" name="text-10">
            <a:extLst xmlns:a="http://schemas.openxmlformats.org/drawingml/2006/main">
              <a:ext uri="{FF2B5EF4-FFF2-40B4-BE49-F238E27FC236}">
                <a16:creationId xmlns:a16="http://schemas.microsoft.com/office/drawing/2014/main" id="{6A25D312-DEC3-4D02-93C0-66B6F67A35AD}"/>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11">
            <a:extLst xmlns:a="http://schemas.openxmlformats.org/drawingml/2006/main">
              <a:ext uri="{FF2B5EF4-FFF2-40B4-BE49-F238E27FC236}">
                <a16:creationId xmlns:a16="http://schemas.microsoft.com/office/drawing/2014/main" id="{0C39A5CD-5D84-4A89-BB29-73A781626FEA}"/>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03</a:t>
            </a:r>
          </a:p>
        </p:txBody>
      </p:sp>
      <p:sp>
        <p:nvSpPr>
          <p:cNvPr id="4" name="text-12">
            <a:extLst xmlns:a="http://schemas.openxmlformats.org/drawingml/2006/main">
              <a:ext uri="{FF2B5EF4-FFF2-40B4-BE49-F238E27FC236}">
                <a16:creationId xmlns:a16="http://schemas.microsoft.com/office/drawing/2014/main" id="{C5FFCE9C-8F6C-4A28-8AE8-A4482C3CF536}"/>
              </a:ext>
            </a:extLst>
          </p:cNvPr>
          <p:cNvSpPr>
            <a:spLocks xmlns:a="http://schemas.openxmlformats.org/drawingml/2006/main" noGrp="1"/>
          </p:cNvSpPr>
          <p:nvPr/>
        </p:nvSpPr>
        <p:spPr>
          <a:xfrm xmlns:a="http://schemas.openxmlformats.org/drawingml/2006/main">
            <a:off x="666750" y="190500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73D40"/>
                </a:solidFill>
                <a:latin typeface="Arial"/>
                <a:ea typeface="Arial"/>
                <a:cs typeface="Arial"/>
              </a:defRPr>
            </a:defPPr>
            <a:lvl1pPr>
              <a:defRPr sz="2325" b="1">
                <a:solidFill>
                  <a:srgbClr val="173D40"/>
                </a:solidFill>
                <a:latin typeface="Arial"/>
                <a:ea typeface="Arial"/>
                <a:cs typeface="Arial"/>
              </a:defRPr>
            </a:lvl1pPr>
            <a:lvl2pPr>
              <a:defRPr sz="2325" b="1">
                <a:solidFill>
                  <a:srgbClr val="173D40"/>
                </a:solidFill>
                <a:latin typeface="Arial"/>
                <a:ea typeface="Arial"/>
                <a:cs typeface="Arial"/>
              </a:defRPr>
            </a:lvl2pPr>
            <a:lvl3pPr>
              <a:defRPr sz="2325" b="1">
                <a:solidFill>
                  <a:srgbClr val="173D40"/>
                </a:solidFill>
                <a:latin typeface="Arial"/>
                <a:ea typeface="Arial"/>
                <a:cs typeface="Arial"/>
              </a:defRPr>
            </a:lvl3pPr>
            <a:lvl4pPr>
              <a:defRPr sz="2325" b="1">
                <a:solidFill>
                  <a:srgbClr val="173D40"/>
                </a:solidFill>
                <a:latin typeface="Arial"/>
                <a:ea typeface="Arial"/>
                <a:cs typeface="Arial"/>
              </a:defRPr>
            </a:lvl4pPr>
            <a:lvl5pPr>
              <a:defRPr sz="2325" b="1">
                <a:solidFill>
                  <a:srgbClr val="173D40"/>
                </a:solidFill>
                <a:latin typeface="Arial"/>
                <a:ea typeface="Arial"/>
                <a:cs typeface="Arial"/>
              </a:defRPr>
            </a:lvl5pPr>
            <a:lvl6pPr>
              <a:defRPr sz="2325" b="1">
                <a:solidFill>
                  <a:srgbClr val="173D40"/>
                </a:solidFill>
                <a:latin typeface="Arial"/>
                <a:ea typeface="Arial"/>
                <a:cs typeface="Arial"/>
              </a:defRPr>
            </a:lvl6pPr>
            <a:lvl7pPr>
              <a:defRPr sz="2325" b="1">
                <a:solidFill>
                  <a:srgbClr val="173D40"/>
                </a:solidFill>
                <a:latin typeface="Arial"/>
                <a:ea typeface="Arial"/>
                <a:cs typeface="Arial"/>
              </a:defRPr>
            </a:lvl7pPr>
            <a:lvl8pPr>
              <a:defRPr sz="2325" b="1">
                <a:solidFill>
                  <a:srgbClr val="173D40"/>
                </a:solidFill>
                <a:latin typeface="Arial"/>
                <a:ea typeface="Arial"/>
                <a:cs typeface="Arial"/>
              </a:defRPr>
            </a:lvl8pPr>
            <a:lvl9pPr>
              <a:defRPr sz="2325" b="1">
                <a:solidFill>
                  <a:srgbClr val="173D40"/>
                </a:solidFill>
                <a:latin typeface="Arial"/>
                <a:ea typeface="Arial"/>
                <a:cs typeface="Arial"/>
              </a:defRPr>
            </a:lvl9pPr>
          </a:lstStyle>
          <a:p xmlns:a="http://schemas.openxmlformats.org/drawingml/2006/main">
            <a:pPr>
              <a:defRPr sz="2325" b="1">
                <a:solidFill>
                  <a:srgbClr val="173D40"/>
                </a:solidFill>
                <a:latin typeface="Arial"/>
                <a:ea typeface="Arial"/>
                <a:cs typeface="Arial"/>
              </a:defRPr>
            </a:pPr>
            <a:r>
              <a:rPr sz="2325" b="1">
                <a:solidFill>
                  <a:srgbClr val="173D40"/>
                </a:solidFill>
                <a:latin typeface="Arial"/>
                <a:ea typeface="Arial"/>
                <a:cs typeface="Arial"/>
              </a:rPr>
              <a:t>Explore the customer journey</a:t>
            </a:r>
          </a:p>
          <a:p xmlns:a="http://schemas.openxmlformats.org/drawingml/2006/main">
            <a:pPr>
              <a:defRPr sz="2325" b="1">
                <a:solidFill>
                  <a:srgbClr val="173D40"/>
                </a:solidFill>
                <a:latin typeface="Arial"/>
                <a:ea typeface="Arial"/>
                <a:cs typeface="Arial"/>
              </a:defRPr>
            </a:pPr>
            <a:r>
              <a:rPr sz="2325" b="1">
                <a:solidFill>
                  <a:srgbClr val="173D40"/>
                </a:solidFill>
                <a:latin typeface="Arial"/>
                <a:ea typeface="Arial"/>
                <a:cs typeface="Arial"/>
              </a:rPr>
              <a:t>and the tools behind it</a:t>
            </a:r>
          </a:p>
        </p:txBody>
      </p:sp>
      <p:sp>
        <p:nvSpPr>
          <p:cNvPr id="5" name="text-13">
            <a:extLst xmlns:a="http://schemas.openxmlformats.org/drawingml/2006/main">
              <a:ext uri="{FF2B5EF4-FFF2-40B4-BE49-F238E27FC236}">
                <a16:creationId xmlns:a16="http://schemas.microsoft.com/office/drawing/2014/main" id="{C247002D-E2F1-417A-B1A3-E84590B1609D}"/>
              </a:ext>
            </a:extLst>
          </p:cNvPr>
          <p:cNvSpPr>
            <a:spLocks xmlns:a="http://schemas.openxmlformats.org/drawingml/2006/main" noGrp="1"/>
          </p:cNvSpPr>
          <p:nvPr/>
        </p:nvSpPr>
        <p:spPr>
          <a:xfrm xmlns:a="http://schemas.openxmlformats.org/drawingml/2006/main">
            <a:off x="666750" y="3190875"/>
            <a:ext cx="4381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466163"/>
                </a:solidFill>
                <a:latin typeface="Arial"/>
                <a:ea typeface="Arial"/>
                <a:cs typeface="Arial"/>
              </a:defRPr>
            </a:defPPr>
            <a:lvl1pPr>
              <a:defRPr sz="2025" b="0">
                <a:solidFill>
                  <a:srgbClr val="466163"/>
                </a:solidFill>
                <a:latin typeface="Arial"/>
                <a:ea typeface="Arial"/>
                <a:cs typeface="Arial"/>
              </a:defRPr>
            </a:lvl1pPr>
            <a:lvl2pPr>
              <a:defRPr sz="2025" b="0">
                <a:solidFill>
                  <a:srgbClr val="466163"/>
                </a:solidFill>
                <a:latin typeface="Arial"/>
                <a:ea typeface="Arial"/>
                <a:cs typeface="Arial"/>
              </a:defRPr>
            </a:lvl2pPr>
            <a:lvl3pPr>
              <a:defRPr sz="2025" b="0">
                <a:solidFill>
                  <a:srgbClr val="466163"/>
                </a:solidFill>
                <a:latin typeface="Arial"/>
                <a:ea typeface="Arial"/>
                <a:cs typeface="Arial"/>
              </a:defRPr>
            </a:lvl3pPr>
            <a:lvl4pPr>
              <a:defRPr sz="2025" b="0">
                <a:solidFill>
                  <a:srgbClr val="466163"/>
                </a:solidFill>
                <a:latin typeface="Arial"/>
                <a:ea typeface="Arial"/>
                <a:cs typeface="Arial"/>
              </a:defRPr>
            </a:lvl4pPr>
            <a:lvl5pPr>
              <a:defRPr sz="2025" b="0">
                <a:solidFill>
                  <a:srgbClr val="466163"/>
                </a:solidFill>
                <a:latin typeface="Arial"/>
                <a:ea typeface="Arial"/>
                <a:cs typeface="Arial"/>
              </a:defRPr>
            </a:lvl5pPr>
            <a:lvl6pPr>
              <a:defRPr sz="2025" b="0">
                <a:solidFill>
                  <a:srgbClr val="466163"/>
                </a:solidFill>
                <a:latin typeface="Arial"/>
                <a:ea typeface="Arial"/>
                <a:cs typeface="Arial"/>
              </a:defRPr>
            </a:lvl6pPr>
            <a:lvl7pPr>
              <a:defRPr sz="2025" b="0">
                <a:solidFill>
                  <a:srgbClr val="466163"/>
                </a:solidFill>
                <a:latin typeface="Arial"/>
                <a:ea typeface="Arial"/>
                <a:cs typeface="Arial"/>
              </a:defRPr>
            </a:lvl7pPr>
            <a:lvl8pPr>
              <a:defRPr sz="2025" b="0">
                <a:solidFill>
                  <a:srgbClr val="466163"/>
                </a:solidFill>
                <a:latin typeface="Arial"/>
                <a:ea typeface="Arial"/>
                <a:cs typeface="Arial"/>
              </a:defRPr>
            </a:lvl8pPr>
            <a:lvl9pPr>
              <a:defRPr sz="2025" b="0">
                <a:solidFill>
                  <a:srgbClr val="466163"/>
                </a:solidFill>
                <a:latin typeface="Arial"/>
                <a:ea typeface="Arial"/>
                <a:cs typeface="Arial"/>
              </a:defRPr>
            </a:lvl9pPr>
          </a:lstStyle>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The guide includes step screenshots, direct links, and notes on what was tested.</a:t>
            </a:r>
          </a:p>
        </p:txBody>
      </p:sp>
      <p:sp>
        <p:nvSpPr>
          <p:cNvPr id="6" name="text-14">
            <a:extLst xmlns:a="http://schemas.openxmlformats.org/drawingml/2006/main">
              <a:ext uri="{FF2B5EF4-FFF2-40B4-BE49-F238E27FC236}">
                <a16:creationId xmlns:a16="http://schemas.microsoft.com/office/drawing/2014/main" id="{75FC6AA9-9A4F-424E-8C7D-9787C0349B27}"/>
              </a:ext>
            </a:extLst>
          </p:cNvPr>
          <p:cNvSpPr>
            <a:spLocks xmlns:a="http://schemas.openxmlformats.org/drawingml/2006/main" noGrp="1"/>
          </p:cNvSpPr>
          <p:nvPr/>
        </p:nvSpPr>
        <p:spPr>
          <a:xfrm xmlns:a="http://schemas.openxmlformats.org/drawingml/2006/main">
            <a:off x="666750" y="481012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367577"/>
                </a:solidFill>
                <a:latin typeface="Arial"/>
                <a:ea typeface="Arial"/>
                <a:cs typeface="Arial"/>
              </a:defRPr>
            </a:defPPr>
            <a:lvl1pPr>
              <a:defRPr sz="1800" b="1">
                <a:solidFill>
                  <a:srgbClr val="367577"/>
                </a:solidFill>
                <a:latin typeface="Arial"/>
                <a:ea typeface="Arial"/>
                <a:cs typeface="Arial"/>
              </a:defRPr>
            </a:lvl1pPr>
            <a:lvl2pPr>
              <a:defRPr sz="1800" b="1">
                <a:solidFill>
                  <a:srgbClr val="367577"/>
                </a:solidFill>
                <a:latin typeface="Arial"/>
                <a:ea typeface="Arial"/>
                <a:cs typeface="Arial"/>
              </a:defRPr>
            </a:lvl2pPr>
            <a:lvl3pPr>
              <a:defRPr sz="1800" b="1">
                <a:solidFill>
                  <a:srgbClr val="367577"/>
                </a:solidFill>
                <a:latin typeface="Arial"/>
                <a:ea typeface="Arial"/>
                <a:cs typeface="Arial"/>
              </a:defRPr>
            </a:lvl3pPr>
            <a:lvl4pPr>
              <a:defRPr sz="1800" b="1">
                <a:solidFill>
                  <a:srgbClr val="367577"/>
                </a:solidFill>
                <a:latin typeface="Arial"/>
                <a:ea typeface="Arial"/>
                <a:cs typeface="Arial"/>
              </a:defRPr>
            </a:lvl4pPr>
            <a:lvl5pPr>
              <a:defRPr sz="1800" b="1">
                <a:solidFill>
                  <a:srgbClr val="367577"/>
                </a:solidFill>
                <a:latin typeface="Arial"/>
                <a:ea typeface="Arial"/>
                <a:cs typeface="Arial"/>
              </a:defRPr>
            </a:lvl5pPr>
            <a:lvl6pPr>
              <a:defRPr sz="1800" b="1">
                <a:solidFill>
                  <a:srgbClr val="367577"/>
                </a:solidFill>
                <a:latin typeface="Arial"/>
                <a:ea typeface="Arial"/>
                <a:cs typeface="Arial"/>
              </a:defRPr>
            </a:lvl6pPr>
            <a:lvl7pPr>
              <a:defRPr sz="1800" b="1">
                <a:solidFill>
                  <a:srgbClr val="367577"/>
                </a:solidFill>
                <a:latin typeface="Arial"/>
                <a:ea typeface="Arial"/>
                <a:cs typeface="Arial"/>
              </a:defRPr>
            </a:lvl7pPr>
            <a:lvl8pPr>
              <a:defRPr sz="1800" b="1">
                <a:solidFill>
                  <a:srgbClr val="367577"/>
                </a:solidFill>
                <a:latin typeface="Arial"/>
                <a:ea typeface="Arial"/>
                <a:cs typeface="Arial"/>
              </a:defRPr>
            </a:lvl8pPr>
            <a:lvl9pPr>
              <a:defRPr sz="1800" b="1">
                <a:solidFill>
                  <a:srgbClr val="367577"/>
                </a:solidFill>
                <a:latin typeface="Arial"/>
                <a:ea typeface="Arial"/>
                <a:cs typeface="Arial"/>
              </a:defRPr>
            </a:lvl9pPr>
          </a:lstStyle>
          <a:p xmlns:a="http://schemas.openxmlformats.org/drawingml/2006/main">
            <a:pPr>
              <a:defRPr sz="1800" b="1">
                <a:solidFill>
                  <a:srgbClr val="367577"/>
                </a:solidFill>
                <a:latin typeface="Arial"/>
                <a:ea typeface="Arial"/>
                <a:cs typeface="Arial"/>
              </a:defRPr>
            </a:pPr>
            <a:r>
              <a:rPr sz="1800" u="sng">
                <a:solidFill>
                  <a:srgbClr val="367577"/>
                </a:solidFill>
                <a:latin typeface="Arial"/>
                <a:ea typeface="Arial"/>
                <a:cs typeface="Arial"/>
                <a:hlinkClick xmlns:r="http://schemas.openxmlformats.org/officeDocument/2006/relationships" r:id="R071cfaaf5e6340be"/>
              </a:rPr>
              <a:t>Open the live walkthrough</a:t>
            </a:r>
          </a:p>
        </p:txBody>
      </p:sp>
      <p:sp>
        <p:nvSpPr>
          <p:cNvPr id="7" name="text-15">
            <a:extLst xmlns:a="http://schemas.openxmlformats.org/drawingml/2006/main">
              <a:ext uri="{FF2B5EF4-FFF2-40B4-BE49-F238E27FC236}">
                <a16:creationId xmlns:a16="http://schemas.microsoft.com/office/drawing/2014/main" id="{B3D4F733-45A6-4448-BDF3-974A56340A9B}"/>
              </a:ext>
            </a:extLst>
          </p:cNvPr>
          <p:cNvSpPr>
            <a:spLocks xmlns:a="http://schemas.openxmlformats.org/drawingml/2006/main" noGrp="1"/>
          </p:cNvSpPr>
          <p:nvPr/>
        </p:nvSpPr>
        <p:spPr>
          <a:xfrm xmlns:a="http://schemas.openxmlformats.org/drawingml/2006/main">
            <a:off x="666750" y="5362575"/>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466163"/>
                </a:solidFill>
                <a:latin typeface="Arial"/>
                <a:ea typeface="Arial"/>
                <a:cs typeface="Arial"/>
              </a:defRPr>
            </a:defPPr>
            <a:lvl1pPr>
              <a:defRPr sz="1500" b="0">
                <a:solidFill>
                  <a:srgbClr val="466163"/>
                </a:solidFill>
                <a:latin typeface="Arial"/>
                <a:ea typeface="Arial"/>
                <a:cs typeface="Arial"/>
              </a:defRPr>
            </a:lvl1pPr>
            <a:lvl2pPr>
              <a:defRPr sz="1500" b="0">
                <a:solidFill>
                  <a:srgbClr val="466163"/>
                </a:solidFill>
                <a:latin typeface="Arial"/>
                <a:ea typeface="Arial"/>
                <a:cs typeface="Arial"/>
              </a:defRPr>
            </a:lvl2pPr>
            <a:lvl3pPr>
              <a:defRPr sz="1500" b="0">
                <a:solidFill>
                  <a:srgbClr val="466163"/>
                </a:solidFill>
                <a:latin typeface="Arial"/>
                <a:ea typeface="Arial"/>
                <a:cs typeface="Arial"/>
              </a:defRPr>
            </a:lvl3pPr>
            <a:lvl4pPr>
              <a:defRPr sz="1500" b="0">
                <a:solidFill>
                  <a:srgbClr val="466163"/>
                </a:solidFill>
                <a:latin typeface="Arial"/>
                <a:ea typeface="Arial"/>
                <a:cs typeface="Arial"/>
              </a:defRPr>
            </a:lvl4pPr>
            <a:lvl5pPr>
              <a:defRPr sz="1500" b="0">
                <a:solidFill>
                  <a:srgbClr val="466163"/>
                </a:solidFill>
                <a:latin typeface="Arial"/>
                <a:ea typeface="Arial"/>
                <a:cs typeface="Arial"/>
              </a:defRPr>
            </a:lvl5pPr>
            <a:lvl6pPr>
              <a:defRPr sz="1500" b="0">
                <a:solidFill>
                  <a:srgbClr val="466163"/>
                </a:solidFill>
                <a:latin typeface="Arial"/>
                <a:ea typeface="Arial"/>
                <a:cs typeface="Arial"/>
              </a:defRPr>
            </a:lvl6pPr>
            <a:lvl7pPr>
              <a:defRPr sz="1500" b="0">
                <a:solidFill>
                  <a:srgbClr val="466163"/>
                </a:solidFill>
                <a:latin typeface="Arial"/>
                <a:ea typeface="Arial"/>
                <a:cs typeface="Arial"/>
              </a:defRPr>
            </a:lvl7pPr>
            <a:lvl8pPr>
              <a:defRPr sz="1500" b="0">
                <a:solidFill>
                  <a:srgbClr val="466163"/>
                </a:solidFill>
                <a:latin typeface="Arial"/>
                <a:ea typeface="Arial"/>
                <a:cs typeface="Arial"/>
              </a:defRPr>
            </a:lvl8pPr>
            <a:lvl9pPr>
              <a:defRPr sz="1500" b="0">
                <a:solidFill>
                  <a:srgbClr val="466163"/>
                </a:solidFill>
                <a:latin typeface="Arial"/>
                <a:ea typeface="Arial"/>
                <a:cs typeface="Arial"/>
              </a:defRPr>
            </a:lvl9pPr>
          </a:lstStyle>
          <a:p xmlns:a="http://schemas.openxmlformats.org/drawingml/2006/main">
            <a:pPr>
              <a:defRPr sz="1500" b="0">
                <a:solidFill>
                  <a:srgbClr val="466163"/>
                </a:solidFill>
                <a:latin typeface="Arial"/>
                <a:ea typeface="Arial"/>
                <a:cs typeface="Arial"/>
              </a:defRPr>
            </a:pPr>
            <a:r>
              <a:rPr sz="1500" b="0">
                <a:solidFill>
                  <a:srgbClr val="466163"/>
                </a:solidFill>
                <a:latin typeface="Arial"/>
                <a:ea typeface="Arial"/>
                <a:cs typeface="Arial"/>
              </a:rPr>
              <a:t>Admin sign-in required</a:t>
            </a:r>
          </a:p>
        </p:txBody>
      </p:sp>
      <p:pic>
        <p:nvPicPr>
          <p:cNvPr id="8" name="">
            <a:extLst xmlns:a="http://schemas.openxmlformats.org/drawingml/2006/main">
              <a:ext uri="{FF2B5EF4-FFF2-40B4-BE49-F238E27FC236}">
                <a16:creationId xmlns:a16="http://schemas.microsoft.com/office/drawing/2014/main" id="{65157D37-33FA-4FDB-9DED-D8BCE5910436}"/>
              </a:ext>
            </a:extLst>
          </p:cNvPr>
          <p:cNvPicPr>
            <a:picLocks xmlns:a="http://schemas.openxmlformats.org/drawingml/2006/main" noChangeAspect="1"/>
          </p:cNvPicPr>
          <p:nvPr/>
        </p:nvPicPr>
        <p:blipFill>
          <a:blip xmlns:r="http://schemas.openxmlformats.org/officeDocument/2006/relationships" xmlns:a="http://schemas.openxmlformats.org/drawingml/2006/main" r:embed="R90fecc2d429545db"/>
          <a:stretch xmlns:a="http://schemas.openxmlformats.org/drawingml/2006/main"/>
        </p:blipFill>
        <p:spPr>
          <a:xfrm xmlns:a="http://schemas.openxmlformats.org/drawingml/2006/main">
            <a:off x="5810250" y="1859416"/>
            <a:ext cx="5715000" cy="4082143"/>
          </a:xfrm>
          <a:prstGeom xmlns:a="http://schemas.openxmlformats.org/drawingml/2006/main" prst="rect">
            <a:avLst/>
          </a:prstGeom>
        </p:spPr>
      </p:pic>
    </p:spTree>
    <p:extLst>
      <p:ext uri="{BB962C8B-B14F-4D97-AF65-F5344CB8AC3E}">
        <p14:creationId xmlns:p14="http://schemas.microsoft.com/office/powerpoint/2010/main" val="771108270"/>
      </p:ext>
    </p:extLst>
  </p:cSld>
</p:sld>
</file>

<file path=ppt/slides/slide4.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7" name="text-16">
            <a:extLst xmlns:a="http://schemas.openxmlformats.org/drawingml/2006/main">
              <a:ext uri="{FF2B5EF4-FFF2-40B4-BE49-F238E27FC236}">
                <a16:creationId xmlns:a16="http://schemas.microsoft.com/office/drawing/2014/main" id="{77FAA019-7C4C-4F5C-A7A2-EDA5D813EB4A}"/>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An example month of support</a:t>
            </a:r>
          </a:p>
        </p:txBody>
      </p:sp>
      <p:sp>
        <p:nvSpPr>
          <p:cNvPr id="2" name="text-17">
            <a:extLst xmlns:a="http://schemas.openxmlformats.org/drawingml/2006/main">
              <a:ext uri="{FF2B5EF4-FFF2-40B4-BE49-F238E27FC236}">
                <a16:creationId xmlns:a16="http://schemas.microsoft.com/office/drawing/2014/main" id="{20843C19-4BF1-4084-9E2F-601E303286EA}"/>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18">
            <a:extLst xmlns:a="http://schemas.openxmlformats.org/drawingml/2006/main">
              <a:ext uri="{FF2B5EF4-FFF2-40B4-BE49-F238E27FC236}">
                <a16:creationId xmlns:a16="http://schemas.microsoft.com/office/drawing/2014/main" id="{DF340D5C-0A77-4F34-B7DB-C62CF25EF9D5}"/>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04</a:t>
            </a:r>
          </a:p>
        </p:txBody>
      </p:sp>
      <p:graphicFrame>
        <p:nvGraphicFramePr>
          <p:cNvPr id="4" name="">
            <a:extLst xmlns:a="http://schemas.openxmlformats.org/drawingml/2006/main">
              <a:ext uri="{FF2B5EF4-FFF2-40B4-BE49-F238E27FC236}">
                <a16:creationId xmlns:a16="http://schemas.microsoft.com/office/drawing/2014/main" id="{F7720FC1-ACBB-4745-9B72-5FE8DB17BE91}"/>
              </a:ext>
            </a:extLst>
          </p:cNvPr>
          <p:cNvGraphicFramePr/>
          <p:nvPr/>
        </p:nvGraphicFramePr>
        <p:xfrm>
          <a:off xmlns:a="http://schemas.openxmlformats.org/drawingml/2006/main" x="666750" y="1666875"/>
          <a:ext xmlns:a="http://schemas.openxmlformats.org/drawingml/2006/main" cx="10858500" cy="3762375"/>
        </p:xfrm>
        <a:graphic xmlns:a="http://schemas.openxmlformats.org/drawingml/2006/main">
          <a:graphicData uri="http://schemas.openxmlformats.org/drawingml/2006/table">
            <a:tbl>
              <a:tblPr/>
              <a:tblGrid>
                <a:gridCol w="4191000"/>
                <a:gridCol w="6667500"/>
              </a:tblGrid>
              <a:tr h="627063">
                <a:tc>
                  <a:txBody>
                    <a:bodyPr lIns="152400" tIns="152400" rIns="152400" bIns="152400"/>
                    <a:lstStyle/>
                    <a:p>
                      <a:r>
                        <a:rPr sz="1800" b="1">
                          <a:solidFill>
                            <a:srgbClr val="FFFFFF"/>
                          </a:solidFill>
                          <a:latin typeface="Arial"/>
                          <a:ea typeface="Arial"/>
                          <a:cs typeface="Arial"/>
                        </a:rPr>
                        <a:t>Work we prepare</a:t>
                      </a:r>
                    </a:p>
                  </a:txBody>
                  <a:tcPr marL="91440" marR="91440" marT="45720" marB="45720" anchor="ctr">
                    <a:lnL w="19050">
                      <a:solidFill>
                        <a:srgbClr val="F3F6F2"/>
                      </a:solidFill>
                      <a:prstDash val="solid"/>
                    </a:lnL>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c>
                  <a:txBody>
                    <a:bodyPr lIns="152400" tIns="152400" rIns="152400" bIns="152400"/>
                    <a:lstStyle/>
                    <a:p>
                      <a:r>
                        <a:rPr sz="1800" b="1">
                          <a:solidFill>
                            <a:srgbClr val="FFFFFF"/>
                          </a:solidFill>
                          <a:latin typeface="Arial"/>
                          <a:ea typeface="Arial"/>
                          <a:cs typeface="Arial"/>
                        </a:rPr>
                        <a:t>What it helps you do</a:t>
                      </a:r>
                    </a:p>
                  </a:txBody>
                  <a:tcPr marL="91440" marR="91440" marT="45720" marB="45720" anchor="ctr">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r>
              <a:tr h="627063">
                <a:tc>
                  <a:txBody>
                    <a:bodyPr lIns="152400" tIns="152400" rIns="152400" bIns="152400"/>
                    <a:lstStyle/>
                    <a:p>
                      <a:r>
                        <a:rPr sz="1800" b="0">
                          <a:solidFill>
                            <a:srgbClr val="173D40"/>
                          </a:solidFill>
                          <a:latin typeface="Arial"/>
                          <a:ea typeface="Arial"/>
                          <a:cs typeface="Arial"/>
                        </a:rPr>
                        <a:t>1 newsletter draft</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00" b="0">
                          <a:solidFill>
                            <a:srgbClr val="173D40"/>
                          </a:solidFill>
                          <a:latin typeface="Arial"/>
                          <a:ea typeface="Arial"/>
                          <a:cs typeface="Arial"/>
                        </a:rPr>
                        <a:t>Keep subscribers informed without doing the formatting</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627063">
                <a:tc>
                  <a:txBody>
                    <a:bodyPr lIns="152400" tIns="152400" rIns="152400" bIns="152400"/>
                    <a:lstStyle/>
                    <a:p>
                      <a:r>
                        <a:rPr sz="1800" b="0">
                          <a:solidFill>
                            <a:srgbClr val="173D40"/>
                          </a:solidFill>
                          <a:latin typeface="Arial"/>
                          <a:ea typeface="Arial"/>
                          <a:cs typeface="Arial"/>
                        </a:rPr>
                        <a:t>4 promotional graphics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800" b="0">
                          <a:solidFill>
                            <a:srgbClr val="173D40"/>
                          </a:solidFill>
                          <a:latin typeface="Arial"/>
                          <a:ea typeface="Arial"/>
                          <a:cs typeface="Arial"/>
                        </a:rPr>
                        <a:t>Share recipes, services, or class announcements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r h="627063">
                <a:tc>
                  <a:txBody>
                    <a:bodyPr lIns="152400" tIns="152400" rIns="152400" bIns="152400"/>
                    <a:lstStyle/>
                    <a:p>
                      <a:r>
                        <a:rPr sz="1800" b="0">
                          <a:solidFill>
                            <a:srgbClr val="173D40"/>
                          </a:solidFill>
                          <a:latin typeface="Arial"/>
                          <a:ea typeface="Arial"/>
                          <a:cs typeface="Arial"/>
                        </a:rPr>
                        <a:t>2 website content updates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00" b="0">
                          <a:solidFill>
                            <a:srgbClr val="173D40"/>
                          </a:solidFill>
                          <a:latin typeface="Arial"/>
                          <a:ea typeface="Arial"/>
                          <a:cs typeface="Arial"/>
                        </a:rPr>
                        <a:t>Keep recipes and existing pages current</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627063">
                <a:tc>
                  <a:txBody>
                    <a:bodyPr lIns="152400" tIns="152400" rIns="152400" bIns="152400"/>
                    <a:lstStyle/>
                    <a:p>
                      <a:r>
                        <a:rPr sz="1800" b="0">
                          <a:solidFill>
                            <a:srgbClr val="173D40"/>
                          </a:solidFill>
                          <a:latin typeface="Arial"/>
                          <a:ea typeface="Arial"/>
                          <a:cs typeface="Arial"/>
                        </a:rPr>
                        <a:t>1 website check and small fixes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800" b="0">
                          <a:solidFill>
                            <a:srgbClr val="173D40"/>
                          </a:solidFill>
                          <a:latin typeface="Arial"/>
                          <a:ea typeface="Arial"/>
                          <a:cs typeface="Arial"/>
                        </a:rPr>
                        <a:t>Have someone review the site and follow up on issues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r h="627063">
                <a:tc>
                  <a:txBody>
                    <a:bodyPr lIns="152400" tIns="152400" rIns="152400" bIns="152400"/>
                    <a:lstStyle/>
                    <a:p>
                      <a:r>
                        <a:rPr sz="1800" b="0">
                          <a:solidFill>
                            <a:srgbClr val="173D40"/>
                          </a:solidFill>
                          <a:latin typeface="Arial"/>
                          <a:ea typeface="Arial"/>
                          <a:cs typeface="Arial"/>
                        </a:rPr>
                        <a:t>One contact and a monthly review</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00" b="0">
                          <a:solidFill>
                            <a:srgbClr val="173D40"/>
                          </a:solidFill>
                          <a:latin typeface="Arial"/>
                          <a:ea typeface="Arial"/>
                          <a:cs typeface="Arial"/>
                        </a:rPr>
                        <a:t>Delegate without managing several people</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bl>
          </a:graphicData>
        </a:graphic>
      </p:graphicFrame>
      <p:sp>
        <p:nvSpPr>
          <p:cNvPr id="5" name="text-19">
            <a:extLst xmlns:a="http://schemas.openxmlformats.org/drawingml/2006/main">
              <a:ext uri="{FF2B5EF4-FFF2-40B4-BE49-F238E27FC236}">
                <a16:creationId xmlns:a16="http://schemas.microsoft.com/office/drawing/2014/main" id="{FEC33DC5-9BD2-4249-B135-BA2771C97AB1}"/>
              </a:ext>
            </a:extLst>
          </p:cNvPr>
          <p:cNvSpPr>
            <a:spLocks xmlns:a="http://schemas.openxmlformats.org/drawingml/2006/main" noGrp="1"/>
          </p:cNvSpPr>
          <p:nvPr/>
        </p:nvSpPr>
        <p:spPr>
          <a:xfrm xmlns:a="http://schemas.openxmlformats.org/drawingml/2006/main">
            <a:off x="666750" y="56483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367577"/>
                </a:solidFill>
                <a:latin typeface="Arial"/>
                <a:ea typeface="Arial"/>
                <a:cs typeface="Arial"/>
              </a:defRPr>
            </a:defPPr>
            <a:lvl1pPr>
              <a:defRPr sz="1950" b="1">
                <a:solidFill>
                  <a:srgbClr val="367577"/>
                </a:solidFill>
                <a:latin typeface="Arial"/>
                <a:ea typeface="Arial"/>
                <a:cs typeface="Arial"/>
              </a:defRPr>
            </a:lvl1pPr>
            <a:lvl2pPr>
              <a:defRPr sz="1950" b="1">
                <a:solidFill>
                  <a:srgbClr val="367577"/>
                </a:solidFill>
                <a:latin typeface="Arial"/>
                <a:ea typeface="Arial"/>
                <a:cs typeface="Arial"/>
              </a:defRPr>
            </a:lvl2pPr>
            <a:lvl3pPr>
              <a:defRPr sz="1950" b="1">
                <a:solidFill>
                  <a:srgbClr val="367577"/>
                </a:solidFill>
                <a:latin typeface="Arial"/>
                <a:ea typeface="Arial"/>
                <a:cs typeface="Arial"/>
              </a:defRPr>
            </a:lvl3pPr>
            <a:lvl4pPr>
              <a:defRPr sz="1950" b="1">
                <a:solidFill>
                  <a:srgbClr val="367577"/>
                </a:solidFill>
                <a:latin typeface="Arial"/>
                <a:ea typeface="Arial"/>
                <a:cs typeface="Arial"/>
              </a:defRPr>
            </a:lvl4pPr>
            <a:lvl5pPr>
              <a:defRPr sz="1950" b="1">
                <a:solidFill>
                  <a:srgbClr val="367577"/>
                </a:solidFill>
                <a:latin typeface="Arial"/>
                <a:ea typeface="Arial"/>
                <a:cs typeface="Arial"/>
              </a:defRPr>
            </a:lvl5pPr>
            <a:lvl6pPr>
              <a:defRPr sz="1950" b="1">
                <a:solidFill>
                  <a:srgbClr val="367577"/>
                </a:solidFill>
                <a:latin typeface="Arial"/>
                <a:ea typeface="Arial"/>
                <a:cs typeface="Arial"/>
              </a:defRPr>
            </a:lvl6pPr>
            <a:lvl7pPr>
              <a:defRPr sz="1950" b="1">
                <a:solidFill>
                  <a:srgbClr val="367577"/>
                </a:solidFill>
                <a:latin typeface="Arial"/>
                <a:ea typeface="Arial"/>
                <a:cs typeface="Arial"/>
              </a:defRPr>
            </a:lvl7pPr>
            <a:lvl8pPr>
              <a:defRPr sz="1950" b="1">
                <a:solidFill>
                  <a:srgbClr val="367577"/>
                </a:solidFill>
                <a:latin typeface="Arial"/>
                <a:ea typeface="Arial"/>
                <a:cs typeface="Arial"/>
              </a:defRPr>
            </a:lvl8pPr>
            <a:lvl9pPr>
              <a:defRPr sz="1950" b="1">
                <a:solidFill>
                  <a:srgbClr val="367577"/>
                </a:solidFill>
                <a:latin typeface="Arial"/>
                <a:ea typeface="Arial"/>
                <a:cs typeface="Arial"/>
              </a:defRPr>
            </a:lvl9pPr>
          </a:lstStyle>
          <a:p xmlns:a="http://schemas.openxmlformats.org/drawingml/2006/main">
            <a:pPr>
              <a:defRPr sz="1950" b="1">
                <a:solidFill>
                  <a:srgbClr val="367577"/>
                </a:solidFill>
                <a:latin typeface="Arial"/>
                <a:ea typeface="Arial"/>
                <a:cs typeface="Arial"/>
              </a:defRPr>
            </a:pPr>
            <a:r>
              <a:rPr sz="1950" b="1">
                <a:solidFill>
                  <a:srgbClr val="367577"/>
                </a:solidFill>
                <a:latin typeface="Arial"/>
                <a:ea typeface="Arial"/>
                <a:cs typeface="Arial"/>
              </a:rPr>
              <a:t>You provide the ideas and approve the work. Zul coordinates the team.</a:t>
            </a:r>
          </a:p>
        </p:txBody>
      </p:sp>
      <p:sp>
        <p:nvSpPr>
          <p:cNvPr id="6" name="text-20">
            <a:extLst xmlns:a="http://schemas.openxmlformats.org/drawingml/2006/main">
              <a:ext uri="{FF2B5EF4-FFF2-40B4-BE49-F238E27FC236}">
                <a16:creationId xmlns:a16="http://schemas.microsoft.com/office/drawing/2014/main" id="{262E467B-0E2A-4C51-8ECA-8760F484BD50}"/>
              </a:ext>
            </a:extLst>
          </p:cNvPr>
          <p:cNvSpPr>
            <a:spLocks xmlns:a="http://schemas.openxmlformats.org/drawingml/2006/main" noGrp="1"/>
          </p:cNvSpPr>
          <p:nvPr/>
        </p:nvSpPr>
        <p:spPr>
          <a:xfrm xmlns:a="http://schemas.openxmlformats.org/drawingml/2006/main">
            <a:off x="666750" y="60579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466163"/>
                </a:solidFill>
                <a:latin typeface="Arial"/>
                <a:ea typeface="Arial"/>
                <a:cs typeface="Arial"/>
              </a:defRPr>
            </a:defPPr>
            <a:lvl1pPr>
              <a:defRPr sz="1500" b="0">
                <a:solidFill>
                  <a:srgbClr val="466163"/>
                </a:solidFill>
                <a:latin typeface="Arial"/>
                <a:ea typeface="Arial"/>
                <a:cs typeface="Arial"/>
              </a:defRPr>
            </a:lvl1pPr>
            <a:lvl2pPr>
              <a:defRPr sz="1500" b="0">
                <a:solidFill>
                  <a:srgbClr val="466163"/>
                </a:solidFill>
                <a:latin typeface="Arial"/>
                <a:ea typeface="Arial"/>
                <a:cs typeface="Arial"/>
              </a:defRPr>
            </a:lvl2pPr>
            <a:lvl3pPr>
              <a:defRPr sz="1500" b="0">
                <a:solidFill>
                  <a:srgbClr val="466163"/>
                </a:solidFill>
                <a:latin typeface="Arial"/>
                <a:ea typeface="Arial"/>
                <a:cs typeface="Arial"/>
              </a:defRPr>
            </a:lvl3pPr>
            <a:lvl4pPr>
              <a:defRPr sz="1500" b="0">
                <a:solidFill>
                  <a:srgbClr val="466163"/>
                </a:solidFill>
                <a:latin typeface="Arial"/>
                <a:ea typeface="Arial"/>
                <a:cs typeface="Arial"/>
              </a:defRPr>
            </a:lvl4pPr>
            <a:lvl5pPr>
              <a:defRPr sz="1500" b="0">
                <a:solidFill>
                  <a:srgbClr val="466163"/>
                </a:solidFill>
                <a:latin typeface="Arial"/>
                <a:ea typeface="Arial"/>
                <a:cs typeface="Arial"/>
              </a:defRPr>
            </a:lvl5pPr>
            <a:lvl6pPr>
              <a:defRPr sz="1500" b="0">
                <a:solidFill>
                  <a:srgbClr val="466163"/>
                </a:solidFill>
                <a:latin typeface="Arial"/>
                <a:ea typeface="Arial"/>
                <a:cs typeface="Arial"/>
              </a:defRPr>
            </a:lvl6pPr>
            <a:lvl7pPr>
              <a:defRPr sz="1500" b="0">
                <a:solidFill>
                  <a:srgbClr val="466163"/>
                </a:solidFill>
                <a:latin typeface="Arial"/>
                <a:ea typeface="Arial"/>
                <a:cs typeface="Arial"/>
              </a:defRPr>
            </a:lvl7pPr>
            <a:lvl8pPr>
              <a:defRPr sz="1500" b="0">
                <a:solidFill>
                  <a:srgbClr val="466163"/>
                </a:solidFill>
                <a:latin typeface="Arial"/>
                <a:ea typeface="Arial"/>
                <a:cs typeface="Arial"/>
              </a:defRPr>
            </a:lvl8pPr>
            <a:lvl9pPr>
              <a:defRPr sz="1500" b="0">
                <a:solidFill>
                  <a:srgbClr val="466163"/>
                </a:solidFill>
                <a:latin typeface="Arial"/>
                <a:ea typeface="Arial"/>
                <a:cs typeface="Arial"/>
              </a:defRPr>
            </a:lvl9pPr>
          </a:lstStyle>
          <a:p xmlns:a="http://schemas.openxmlformats.org/drawingml/2006/main">
            <a:pPr>
              <a:defRPr sz="1500" b="0">
                <a:solidFill>
                  <a:srgbClr val="466163"/>
                </a:solidFill>
                <a:latin typeface="Arial"/>
                <a:ea typeface="Arial"/>
                <a:cs typeface="Arial"/>
              </a:defRPr>
            </a:pPr>
            <a:r>
              <a:rPr sz="1500" b="0">
                <a:solidFill>
                  <a:srgbClr val="466163"/>
                </a:solidFill>
                <a:latin typeface="Arial"/>
                <a:ea typeface="Arial"/>
                <a:cs typeface="Arial"/>
              </a:rPr>
              <a:t>Illustrative plan. Confirm team estimates and final scope before committing quantities.</a:t>
            </a:r>
          </a:p>
        </p:txBody>
      </p:sp>
    </p:spTree>
    <p:extLst>
      <p:ext uri="{BB962C8B-B14F-4D97-AF65-F5344CB8AC3E}">
        <p14:creationId xmlns:p14="http://schemas.microsoft.com/office/powerpoint/2010/main" val="460824594"/>
      </p:ext>
    </p:extLst>
  </p:cSld>
</p:sld>
</file>

<file path=ppt/slides/slide5.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17" name="text-21">
            <a:extLst xmlns:a="http://schemas.openxmlformats.org/drawingml/2006/main">
              <a:ext uri="{FF2B5EF4-FFF2-40B4-BE49-F238E27FC236}">
                <a16:creationId xmlns:a16="http://schemas.microsoft.com/office/drawing/2014/main" id="{C50C269F-82DD-418D-81BF-FFA8765DE8E4}"/>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One contact, a team behind the work</a:t>
            </a:r>
          </a:p>
        </p:txBody>
      </p:sp>
      <p:sp>
        <p:nvSpPr>
          <p:cNvPr id="2" name="text-22">
            <a:extLst xmlns:a="http://schemas.openxmlformats.org/drawingml/2006/main">
              <a:ext uri="{FF2B5EF4-FFF2-40B4-BE49-F238E27FC236}">
                <a16:creationId xmlns:a16="http://schemas.microsoft.com/office/drawing/2014/main" id="{E8658907-4FBF-4AD9-BBBD-FD0847B7E780}"/>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23">
            <a:extLst xmlns:a="http://schemas.openxmlformats.org/drawingml/2006/main">
              <a:ext uri="{FF2B5EF4-FFF2-40B4-BE49-F238E27FC236}">
                <a16:creationId xmlns:a16="http://schemas.microsoft.com/office/drawing/2014/main" id="{E20F1940-9250-4B2F-A2D5-6443A20DBAEE}"/>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05</a:t>
            </a:r>
          </a:p>
        </p:txBody>
      </p:sp>
      <p:sp>
        <p:nvSpPr>
          <p:cNvPr id="4" name="text-24">
            <a:extLst xmlns:a="http://schemas.openxmlformats.org/drawingml/2006/main">
              <a:ext uri="{FF2B5EF4-FFF2-40B4-BE49-F238E27FC236}">
                <a16:creationId xmlns:a16="http://schemas.microsoft.com/office/drawing/2014/main" id="{42E4DF47-A21B-4937-A0D4-80C0B09631CD}"/>
              </a:ext>
            </a:extLst>
          </p:cNvPr>
          <p:cNvSpPr>
            <a:spLocks xmlns:a="http://schemas.openxmlformats.org/drawingml/2006/main" noGrp="1"/>
          </p:cNvSpPr>
          <p:nvPr/>
        </p:nvSpPr>
        <p:spPr>
          <a:xfrm xmlns:a="http://schemas.openxmlformats.org/drawingml/2006/main">
            <a:off x="666750" y="20955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Zul</a:t>
            </a:r>
          </a:p>
        </p:txBody>
      </p:sp>
      <p:sp>
        <p:nvSpPr>
          <p:cNvPr id="5" name="text-25">
            <a:extLst xmlns:a="http://schemas.openxmlformats.org/drawingml/2006/main">
              <a:ext uri="{FF2B5EF4-FFF2-40B4-BE49-F238E27FC236}">
                <a16:creationId xmlns:a16="http://schemas.microsoft.com/office/drawing/2014/main" id="{04C7DE12-4C84-4D14-97B0-9425BAFECB64}"/>
              </a:ext>
            </a:extLst>
          </p:cNvPr>
          <p:cNvSpPr>
            <a:spLocks xmlns:a="http://schemas.openxmlformats.org/drawingml/2006/main" noGrp="1"/>
          </p:cNvSpPr>
          <p:nvPr/>
        </p:nvSpPr>
        <p:spPr>
          <a:xfrm xmlns:a="http://schemas.openxmlformats.org/drawingml/2006/main">
            <a:off x="666750" y="285750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Your point of contact</a:t>
            </a:r>
          </a:p>
        </p:txBody>
      </p:sp>
      <p:sp>
        <p:nvSpPr>
          <p:cNvPr id="6" name="text-26">
            <a:extLst xmlns:a="http://schemas.openxmlformats.org/drawingml/2006/main">
              <a:ext uri="{FF2B5EF4-FFF2-40B4-BE49-F238E27FC236}">
                <a16:creationId xmlns:a16="http://schemas.microsoft.com/office/drawing/2014/main" id="{B0CA7D03-DE64-4719-A7CF-F4FF03F8D101}"/>
              </a:ext>
            </a:extLst>
          </p:cNvPr>
          <p:cNvSpPr>
            <a:spLocks xmlns:a="http://schemas.openxmlformats.org/drawingml/2006/main" noGrp="1"/>
          </p:cNvSpPr>
          <p:nvPr/>
        </p:nvSpPr>
        <p:spPr>
          <a:xfrm xmlns:a="http://schemas.openxmlformats.org/drawingml/2006/main">
            <a:off x="666750" y="3810000"/>
            <a:ext cx="2476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66163"/>
                </a:solidFill>
                <a:latin typeface="Arial"/>
                <a:ea typeface="Arial"/>
                <a:cs typeface="Arial"/>
              </a:defRPr>
            </a:defPPr>
            <a:lvl1pPr>
              <a:defRPr sz="1800" b="0">
                <a:solidFill>
                  <a:srgbClr val="466163"/>
                </a:solidFill>
                <a:latin typeface="Arial"/>
                <a:ea typeface="Arial"/>
                <a:cs typeface="Arial"/>
              </a:defRPr>
            </a:lvl1pPr>
            <a:lvl2pPr>
              <a:defRPr sz="1800" b="0">
                <a:solidFill>
                  <a:srgbClr val="466163"/>
                </a:solidFill>
                <a:latin typeface="Arial"/>
                <a:ea typeface="Arial"/>
                <a:cs typeface="Arial"/>
              </a:defRPr>
            </a:lvl2pPr>
            <a:lvl3pPr>
              <a:defRPr sz="1800" b="0">
                <a:solidFill>
                  <a:srgbClr val="466163"/>
                </a:solidFill>
                <a:latin typeface="Arial"/>
                <a:ea typeface="Arial"/>
                <a:cs typeface="Arial"/>
              </a:defRPr>
            </a:lvl3pPr>
            <a:lvl4pPr>
              <a:defRPr sz="1800" b="0">
                <a:solidFill>
                  <a:srgbClr val="466163"/>
                </a:solidFill>
                <a:latin typeface="Arial"/>
                <a:ea typeface="Arial"/>
                <a:cs typeface="Arial"/>
              </a:defRPr>
            </a:lvl4pPr>
            <a:lvl5pPr>
              <a:defRPr sz="1800" b="0">
                <a:solidFill>
                  <a:srgbClr val="466163"/>
                </a:solidFill>
                <a:latin typeface="Arial"/>
                <a:ea typeface="Arial"/>
                <a:cs typeface="Arial"/>
              </a:defRPr>
            </a:lvl5pPr>
            <a:lvl6pPr>
              <a:defRPr sz="1800" b="0">
                <a:solidFill>
                  <a:srgbClr val="466163"/>
                </a:solidFill>
                <a:latin typeface="Arial"/>
                <a:ea typeface="Arial"/>
                <a:cs typeface="Arial"/>
              </a:defRPr>
            </a:lvl6pPr>
            <a:lvl7pPr>
              <a:defRPr sz="1800" b="0">
                <a:solidFill>
                  <a:srgbClr val="466163"/>
                </a:solidFill>
                <a:latin typeface="Arial"/>
                <a:ea typeface="Arial"/>
                <a:cs typeface="Arial"/>
              </a:defRPr>
            </a:lvl7pPr>
            <a:lvl8pPr>
              <a:defRPr sz="1800" b="0">
                <a:solidFill>
                  <a:srgbClr val="466163"/>
                </a:solidFill>
                <a:latin typeface="Arial"/>
                <a:ea typeface="Arial"/>
                <a:cs typeface="Arial"/>
              </a:defRPr>
            </a:lvl8pPr>
            <a:lvl9pPr>
              <a:defRPr sz="1800" b="0">
                <a:solidFill>
                  <a:srgbClr val="466163"/>
                </a:solidFill>
                <a:latin typeface="Arial"/>
                <a:ea typeface="Arial"/>
                <a:cs typeface="Arial"/>
              </a:defRPr>
            </a:lvl9pPr>
          </a:lstStyle>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Priorities, technical decisions,</a:t>
            </a:r>
          </a:p>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and final quality checks</a:t>
            </a:r>
          </a:p>
        </p:txBody>
      </p:sp>
      <p:sp>
        <p:nvSpPr>
          <p:cNvPr id="7" name="text-27">
            <a:extLst xmlns:a="http://schemas.openxmlformats.org/drawingml/2006/main">
              <a:ext uri="{FF2B5EF4-FFF2-40B4-BE49-F238E27FC236}">
                <a16:creationId xmlns:a16="http://schemas.microsoft.com/office/drawing/2014/main" id="{13DE74BC-9781-4D19-8C2D-2BC45FBA04FD}"/>
              </a:ext>
            </a:extLst>
          </p:cNvPr>
          <p:cNvSpPr>
            <a:spLocks xmlns:a="http://schemas.openxmlformats.org/drawingml/2006/main" noGrp="1"/>
          </p:cNvSpPr>
          <p:nvPr/>
        </p:nvSpPr>
        <p:spPr>
          <a:xfrm xmlns:a="http://schemas.openxmlformats.org/drawingml/2006/main">
            <a:off x="3429000" y="20955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Developer</a:t>
            </a:r>
          </a:p>
        </p:txBody>
      </p:sp>
      <p:sp>
        <p:nvSpPr>
          <p:cNvPr id="8" name="text-28">
            <a:extLst xmlns:a="http://schemas.openxmlformats.org/drawingml/2006/main">
              <a:ext uri="{FF2B5EF4-FFF2-40B4-BE49-F238E27FC236}">
                <a16:creationId xmlns:a16="http://schemas.microsoft.com/office/drawing/2014/main" id="{E9C2BEA7-9AC4-4D27-9D04-2F072941F848}"/>
              </a:ext>
            </a:extLst>
          </p:cNvPr>
          <p:cNvSpPr>
            <a:spLocks xmlns:a="http://schemas.openxmlformats.org/drawingml/2006/main" noGrp="1"/>
          </p:cNvSpPr>
          <p:nvPr/>
        </p:nvSpPr>
        <p:spPr>
          <a:xfrm xmlns:a="http://schemas.openxmlformats.org/drawingml/2006/main">
            <a:off x="3429000" y="285750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Website support</a:t>
            </a:r>
          </a:p>
        </p:txBody>
      </p:sp>
      <p:sp>
        <p:nvSpPr>
          <p:cNvPr id="9" name="text-29">
            <a:extLst xmlns:a="http://schemas.openxmlformats.org/drawingml/2006/main">
              <a:ext uri="{FF2B5EF4-FFF2-40B4-BE49-F238E27FC236}">
                <a16:creationId xmlns:a16="http://schemas.microsoft.com/office/drawing/2014/main" id="{E0888058-C11B-4974-9C6F-D6809ED06A8F}"/>
              </a:ext>
            </a:extLst>
          </p:cNvPr>
          <p:cNvSpPr>
            <a:spLocks xmlns:a="http://schemas.openxmlformats.org/drawingml/2006/main" noGrp="1"/>
          </p:cNvSpPr>
          <p:nvPr/>
        </p:nvSpPr>
        <p:spPr>
          <a:xfrm xmlns:a="http://schemas.openxmlformats.org/drawingml/2006/main">
            <a:off x="3429000" y="3810000"/>
            <a:ext cx="2476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66163"/>
                </a:solidFill>
                <a:latin typeface="Arial"/>
                <a:ea typeface="Arial"/>
                <a:cs typeface="Arial"/>
              </a:defRPr>
            </a:defPPr>
            <a:lvl1pPr>
              <a:defRPr sz="1800" b="0">
                <a:solidFill>
                  <a:srgbClr val="466163"/>
                </a:solidFill>
                <a:latin typeface="Arial"/>
                <a:ea typeface="Arial"/>
                <a:cs typeface="Arial"/>
              </a:defRPr>
            </a:lvl1pPr>
            <a:lvl2pPr>
              <a:defRPr sz="1800" b="0">
                <a:solidFill>
                  <a:srgbClr val="466163"/>
                </a:solidFill>
                <a:latin typeface="Arial"/>
                <a:ea typeface="Arial"/>
                <a:cs typeface="Arial"/>
              </a:defRPr>
            </a:lvl2pPr>
            <a:lvl3pPr>
              <a:defRPr sz="1800" b="0">
                <a:solidFill>
                  <a:srgbClr val="466163"/>
                </a:solidFill>
                <a:latin typeface="Arial"/>
                <a:ea typeface="Arial"/>
                <a:cs typeface="Arial"/>
              </a:defRPr>
            </a:lvl3pPr>
            <a:lvl4pPr>
              <a:defRPr sz="1800" b="0">
                <a:solidFill>
                  <a:srgbClr val="466163"/>
                </a:solidFill>
                <a:latin typeface="Arial"/>
                <a:ea typeface="Arial"/>
                <a:cs typeface="Arial"/>
              </a:defRPr>
            </a:lvl4pPr>
            <a:lvl5pPr>
              <a:defRPr sz="1800" b="0">
                <a:solidFill>
                  <a:srgbClr val="466163"/>
                </a:solidFill>
                <a:latin typeface="Arial"/>
                <a:ea typeface="Arial"/>
                <a:cs typeface="Arial"/>
              </a:defRPr>
            </a:lvl5pPr>
            <a:lvl6pPr>
              <a:defRPr sz="1800" b="0">
                <a:solidFill>
                  <a:srgbClr val="466163"/>
                </a:solidFill>
                <a:latin typeface="Arial"/>
                <a:ea typeface="Arial"/>
                <a:cs typeface="Arial"/>
              </a:defRPr>
            </a:lvl6pPr>
            <a:lvl7pPr>
              <a:defRPr sz="1800" b="0">
                <a:solidFill>
                  <a:srgbClr val="466163"/>
                </a:solidFill>
                <a:latin typeface="Arial"/>
                <a:ea typeface="Arial"/>
                <a:cs typeface="Arial"/>
              </a:defRPr>
            </a:lvl7pPr>
            <a:lvl8pPr>
              <a:defRPr sz="1800" b="0">
                <a:solidFill>
                  <a:srgbClr val="466163"/>
                </a:solidFill>
                <a:latin typeface="Arial"/>
                <a:ea typeface="Arial"/>
                <a:cs typeface="Arial"/>
              </a:defRPr>
            </a:lvl8pPr>
            <a:lvl9pPr>
              <a:defRPr sz="1800" b="0">
                <a:solidFill>
                  <a:srgbClr val="466163"/>
                </a:solidFill>
                <a:latin typeface="Arial"/>
                <a:ea typeface="Arial"/>
                <a:cs typeface="Arial"/>
              </a:defRPr>
            </a:lvl9pPr>
          </a:lstStyle>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Website checks, minor fixes,</a:t>
            </a:r>
          </a:p>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and technical assistance</a:t>
            </a:r>
          </a:p>
        </p:txBody>
      </p:sp>
      <p:sp>
        <p:nvSpPr>
          <p:cNvPr id="10" name="text-30">
            <a:extLst xmlns:a="http://schemas.openxmlformats.org/drawingml/2006/main">
              <a:ext uri="{FF2B5EF4-FFF2-40B4-BE49-F238E27FC236}">
                <a16:creationId xmlns:a16="http://schemas.microsoft.com/office/drawing/2014/main" id="{3D11BE61-9DF0-4811-B16E-5A1609B5B814}"/>
              </a:ext>
            </a:extLst>
          </p:cNvPr>
          <p:cNvSpPr>
            <a:spLocks xmlns:a="http://schemas.openxmlformats.org/drawingml/2006/main" noGrp="1"/>
          </p:cNvSpPr>
          <p:nvPr/>
        </p:nvSpPr>
        <p:spPr>
          <a:xfrm xmlns:a="http://schemas.openxmlformats.org/drawingml/2006/main">
            <a:off x="6191250" y="20955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Designer</a:t>
            </a:r>
          </a:p>
        </p:txBody>
      </p:sp>
      <p:sp>
        <p:nvSpPr>
          <p:cNvPr id="11" name="text-31">
            <a:extLst xmlns:a="http://schemas.openxmlformats.org/drawingml/2006/main">
              <a:ext uri="{FF2B5EF4-FFF2-40B4-BE49-F238E27FC236}">
                <a16:creationId xmlns:a16="http://schemas.microsoft.com/office/drawing/2014/main" id="{EE275560-0D8D-4873-8DEF-4C68A1DEF73A}"/>
              </a:ext>
            </a:extLst>
          </p:cNvPr>
          <p:cNvSpPr>
            <a:spLocks xmlns:a="http://schemas.openxmlformats.org/drawingml/2006/main" noGrp="1"/>
          </p:cNvSpPr>
          <p:nvPr/>
        </p:nvSpPr>
        <p:spPr>
          <a:xfrm xmlns:a="http://schemas.openxmlformats.org/drawingml/2006/main">
            <a:off x="6191250" y="285750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Visual content</a:t>
            </a:r>
          </a:p>
        </p:txBody>
      </p:sp>
      <p:sp>
        <p:nvSpPr>
          <p:cNvPr id="12" name="text-32">
            <a:extLst xmlns:a="http://schemas.openxmlformats.org/drawingml/2006/main">
              <a:ext uri="{FF2B5EF4-FFF2-40B4-BE49-F238E27FC236}">
                <a16:creationId xmlns:a16="http://schemas.microsoft.com/office/drawing/2014/main" id="{5FA827E7-659F-41D1-8EF0-EB38FF1CB81A}"/>
              </a:ext>
            </a:extLst>
          </p:cNvPr>
          <p:cNvSpPr>
            <a:spLocks xmlns:a="http://schemas.openxmlformats.org/drawingml/2006/main" noGrp="1"/>
          </p:cNvSpPr>
          <p:nvPr/>
        </p:nvSpPr>
        <p:spPr>
          <a:xfrm xmlns:a="http://schemas.openxmlformats.org/drawingml/2006/main">
            <a:off x="6191250" y="3810000"/>
            <a:ext cx="2476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66163"/>
                </a:solidFill>
                <a:latin typeface="Arial"/>
                <a:ea typeface="Arial"/>
                <a:cs typeface="Arial"/>
              </a:defRPr>
            </a:defPPr>
            <a:lvl1pPr>
              <a:defRPr sz="1800" b="0">
                <a:solidFill>
                  <a:srgbClr val="466163"/>
                </a:solidFill>
                <a:latin typeface="Arial"/>
                <a:ea typeface="Arial"/>
                <a:cs typeface="Arial"/>
              </a:defRPr>
            </a:lvl1pPr>
            <a:lvl2pPr>
              <a:defRPr sz="1800" b="0">
                <a:solidFill>
                  <a:srgbClr val="466163"/>
                </a:solidFill>
                <a:latin typeface="Arial"/>
                <a:ea typeface="Arial"/>
                <a:cs typeface="Arial"/>
              </a:defRPr>
            </a:lvl2pPr>
            <a:lvl3pPr>
              <a:defRPr sz="1800" b="0">
                <a:solidFill>
                  <a:srgbClr val="466163"/>
                </a:solidFill>
                <a:latin typeface="Arial"/>
                <a:ea typeface="Arial"/>
                <a:cs typeface="Arial"/>
              </a:defRPr>
            </a:lvl3pPr>
            <a:lvl4pPr>
              <a:defRPr sz="1800" b="0">
                <a:solidFill>
                  <a:srgbClr val="466163"/>
                </a:solidFill>
                <a:latin typeface="Arial"/>
                <a:ea typeface="Arial"/>
                <a:cs typeface="Arial"/>
              </a:defRPr>
            </a:lvl4pPr>
            <a:lvl5pPr>
              <a:defRPr sz="1800" b="0">
                <a:solidFill>
                  <a:srgbClr val="466163"/>
                </a:solidFill>
                <a:latin typeface="Arial"/>
                <a:ea typeface="Arial"/>
                <a:cs typeface="Arial"/>
              </a:defRPr>
            </a:lvl5pPr>
            <a:lvl6pPr>
              <a:defRPr sz="1800" b="0">
                <a:solidFill>
                  <a:srgbClr val="466163"/>
                </a:solidFill>
                <a:latin typeface="Arial"/>
                <a:ea typeface="Arial"/>
                <a:cs typeface="Arial"/>
              </a:defRPr>
            </a:lvl6pPr>
            <a:lvl7pPr>
              <a:defRPr sz="1800" b="0">
                <a:solidFill>
                  <a:srgbClr val="466163"/>
                </a:solidFill>
                <a:latin typeface="Arial"/>
                <a:ea typeface="Arial"/>
                <a:cs typeface="Arial"/>
              </a:defRPr>
            </a:lvl7pPr>
            <a:lvl8pPr>
              <a:defRPr sz="1800" b="0">
                <a:solidFill>
                  <a:srgbClr val="466163"/>
                </a:solidFill>
                <a:latin typeface="Arial"/>
                <a:ea typeface="Arial"/>
                <a:cs typeface="Arial"/>
              </a:defRPr>
            </a:lvl8pPr>
            <a:lvl9pPr>
              <a:defRPr sz="1800" b="0">
                <a:solidFill>
                  <a:srgbClr val="466163"/>
                </a:solidFill>
                <a:latin typeface="Arial"/>
                <a:ea typeface="Arial"/>
                <a:cs typeface="Arial"/>
              </a:defRPr>
            </a:lvl9pPr>
          </a:lstStyle>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Promotional graphics</a:t>
            </a:r>
          </a:p>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using approved brand templates</a:t>
            </a:r>
          </a:p>
        </p:txBody>
      </p:sp>
      <p:sp>
        <p:nvSpPr>
          <p:cNvPr id="13" name="text-33">
            <a:extLst xmlns:a="http://schemas.openxmlformats.org/drawingml/2006/main">
              <a:ext uri="{FF2B5EF4-FFF2-40B4-BE49-F238E27FC236}">
                <a16:creationId xmlns:a16="http://schemas.microsoft.com/office/drawing/2014/main" id="{EC1CA009-C003-4463-A916-10273FB0DCE5}"/>
              </a:ext>
            </a:extLst>
          </p:cNvPr>
          <p:cNvSpPr>
            <a:spLocks xmlns:a="http://schemas.openxmlformats.org/drawingml/2006/main" noGrp="1"/>
          </p:cNvSpPr>
          <p:nvPr/>
        </p:nvSpPr>
        <p:spPr>
          <a:xfrm xmlns:a="http://schemas.openxmlformats.org/drawingml/2006/main">
            <a:off x="8953500" y="20955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Assistant</a:t>
            </a:r>
          </a:p>
        </p:txBody>
      </p:sp>
      <p:sp>
        <p:nvSpPr>
          <p:cNvPr id="14" name="text-34">
            <a:extLst xmlns:a="http://schemas.openxmlformats.org/drawingml/2006/main">
              <a:ext uri="{FF2B5EF4-FFF2-40B4-BE49-F238E27FC236}">
                <a16:creationId xmlns:a16="http://schemas.microsoft.com/office/drawing/2014/main" id="{E7F3180A-44CA-4CE5-8DA4-4E1CCCEE315D}"/>
              </a:ext>
            </a:extLst>
          </p:cNvPr>
          <p:cNvSpPr>
            <a:spLocks xmlns:a="http://schemas.openxmlformats.org/drawingml/2006/main" noGrp="1"/>
          </p:cNvSpPr>
          <p:nvPr/>
        </p:nvSpPr>
        <p:spPr>
          <a:xfrm xmlns:a="http://schemas.openxmlformats.org/drawingml/2006/main">
            <a:off x="8953500" y="285750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Content preparation</a:t>
            </a:r>
          </a:p>
        </p:txBody>
      </p:sp>
      <p:sp>
        <p:nvSpPr>
          <p:cNvPr id="15" name="text-35">
            <a:extLst xmlns:a="http://schemas.openxmlformats.org/drawingml/2006/main">
              <a:ext uri="{FF2B5EF4-FFF2-40B4-BE49-F238E27FC236}">
                <a16:creationId xmlns:a16="http://schemas.microsoft.com/office/drawing/2014/main" id="{0B8598B3-80E0-4F97-8580-5DD9C662AAB9}"/>
              </a:ext>
            </a:extLst>
          </p:cNvPr>
          <p:cNvSpPr>
            <a:spLocks xmlns:a="http://schemas.openxmlformats.org/drawingml/2006/main" noGrp="1"/>
          </p:cNvSpPr>
          <p:nvPr/>
        </p:nvSpPr>
        <p:spPr>
          <a:xfrm xmlns:a="http://schemas.openxmlformats.org/drawingml/2006/main">
            <a:off x="8953500" y="3810000"/>
            <a:ext cx="2476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66163"/>
                </a:solidFill>
                <a:latin typeface="Arial"/>
                <a:ea typeface="Arial"/>
                <a:cs typeface="Arial"/>
              </a:defRPr>
            </a:defPPr>
            <a:lvl1pPr>
              <a:defRPr sz="1800" b="0">
                <a:solidFill>
                  <a:srgbClr val="466163"/>
                </a:solidFill>
                <a:latin typeface="Arial"/>
                <a:ea typeface="Arial"/>
                <a:cs typeface="Arial"/>
              </a:defRPr>
            </a:lvl1pPr>
            <a:lvl2pPr>
              <a:defRPr sz="1800" b="0">
                <a:solidFill>
                  <a:srgbClr val="466163"/>
                </a:solidFill>
                <a:latin typeface="Arial"/>
                <a:ea typeface="Arial"/>
                <a:cs typeface="Arial"/>
              </a:defRPr>
            </a:lvl2pPr>
            <a:lvl3pPr>
              <a:defRPr sz="1800" b="0">
                <a:solidFill>
                  <a:srgbClr val="466163"/>
                </a:solidFill>
                <a:latin typeface="Arial"/>
                <a:ea typeface="Arial"/>
                <a:cs typeface="Arial"/>
              </a:defRPr>
            </a:lvl3pPr>
            <a:lvl4pPr>
              <a:defRPr sz="1800" b="0">
                <a:solidFill>
                  <a:srgbClr val="466163"/>
                </a:solidFill>
                <a:latin typeface="Arial"/>
                <a:ea typeface="Arial"/>
                <a:cs typeface="Arial"/>
              </a:defRPr>
            </a:lvl4pPr>
            <a:lvl5pPr>
              <a:defRPr sz="1800" b="0">
                <a:solidFill>
                  <a:srgbClr val="466163"/>
                </a:solidFill>
                <a:latin typeface="Arial"/>
                <a:ea typeface="Arial"/>
                <a:cs typeface="Arial"/>
              </a:defRPr>
            </a:lvl5pPr>
            <a:lvl6pPr>
              <a:defRPr sz="1800" b="0">
                <a:solidFill>
                  <a:srgbClr val="466163"/>
                </a:solidFill>
                <a:latin typeface="Arial"/>
                <a:ea typeface="Arial"/>
                <a:cs typeface="Arial"/>
              </a:defRPr>
            </a:lvl6pPr>
            <a:lvl7pPr>
              <a:defRPr sz="1800" b="0">
                <a:solidFill>
                  <a:srgbClr val="466163"/>
                </a:solidFill>
                <a:latin typeface="Arial"/>
                <a:ea typeface="Arial"/>
                <a:cs typeface="Arial"/>
              </a:defRPr>
            </a:lvl7pPr>
            <a:lvl8pPr>
              <a:defRPr sz="1800" b="0">
                <a:solidFill>
                  <a:srgbClr val="466163"/>
                </a:solidFill>
                <a:latin typeface="Arial"/>
                <a:ea typeface="Arial"/>
                <a:cs typeface="Arial"/>
              </a:defRPr>
            </a:lvl8pPr>
            <a:lvl9pPr>
              <a:defRPr sz="1800" b="0">
                <a:solidFill>
                  <a:srgbClr val="466163"/>
                </a:solidFill>
                <a:latin typeface="Arial"/>
                <a:ea typeface="Arial"/>
                <a:cs typeface="Arial"/>
              </a:defRPr>
            </a:lvl9pPr>
          </a:lstStyle>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Recipe uploads</a:t>
            </a:r>
          </a:p>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and newsletter formatting</a:t>
            </a:r>
          </a:p>
        </p:txBody>
      </p:sp>
      <p:sp>
        <p:nvSpPr>
          <p:cNvPr id="16" name="text-36">
            <a:extLst xmlns:a="http://schemas.openxmlformats.org/drawingml/2006/main">
              <a:ext uri="{FF2B5EF4-FFF2-40B4-BE49-F238E27FC236}">
                <a16:creationId xmlns:a16="http://schemas.microsoft.com/office/drawing/2014/main" id="{3915D93E-51CA-4565-A27D-93C3998610C8}"/>
              </a:ext>
            </a:extLst>
          </p:cNvPr>
          <p:cNvSpPr>
            <a:spLocks xmlns:a="http://schemas.openxmlformats.org/drawingml/2006/main" noGrp="1"/>
          </p:cNvSpPr>
          <p:nvPr/>
        </p:nvSpPr>
        <p:spPr>
          <a:xfrm xmlns:a="http://schemas.openxmlformats.org/drawingml/2006/main">
            <a:off x="666750"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73D40"/>
                </a:solidFill>
                <a:latin typeface="Arial"/>
                <a:ea typeface="Arial"/>
                <a:cs typeface="Arial"/>
              </a:defRPr>
            </a:defPPr>
            <a:lvl1pPr>
              <a:defRPr sz="2025" b="1">
                <a:solidFill>
                  <a:srgbClr val="173D40"/>
                </a:solidFill>
                <a:latin typeface="Arial"/>
                <a:ea typeface="Arial"/>
                <a:cs typeface="Arial"/>
              </a:defRPr>
            </a:lvl1pPr>
            <a:lvl2pPr>
              <a:defRPr sz="2025" b="1">
                <a:solidFill>
                  <a:srgbClr val="173D40"/>
                </a:solidFill>
                <a:latin typeface="Arial"/>
                <a:ea typeface="Arial"/>
                <a:cs typeface="Arial"/>
              </a:defRPr>
            </a:lvl2pPr>
            <a:lvl3pPr>
              <a:defRPr sz="2025" b="1">
                <a:solidFill>
                  <a:srgbClr val="173D40"/>
                </a:solidFill>
                <a:latin typeface="Arial"/>
                <a:ea typeface="Arial"/>
                <a:cs typeface="Arial"/>
              </a:defRPr>
            </a:lvl3pPr>
            <a:lvl4pPr>
              <a:defRPr sz="2025" b="1">
                <a:solidFill>
                  <a:srgbClr val="173D40"/>
                </a:solidFill>
                <a:latin typeface="Arial"/>
                <a:ea typeface="Arial"/>
                <a:cs typeface="Arial"/>
              </a:defRPr>
            </a:lvl4pPr>
            <a:lvl5pPr>
              <a:defRPr sz="2025" b="1">
                <a:solidFill>
                  <a:srgbClr val="173D40"/>
                </a:solidFill>
                <a:latin typeface="Arial"/>
                <a:ea typeface="Arial"/>
                <a:cs typeface="Arial"/>
              </a:defRPr>
            </a:lvl5pPr>
            <a:lvl6pPr>
              <a:defRPr sz="2025" b="1">
                <a:solidFill>
                  <a:srgbClr val="173D40"/>
                </a:solidFill>
                <a:latin typeface="Arial"/>
                <a:ea typeface="Arial"/>
                <a:cs typeface="Arial"/>
              </a:defRPr>
            </a:lvl6pPr>
            <a:lvl7pPr>
              <a:defRPr sz="2025" b="1">
                <a:solidFill>
                  <a:srgbClr val="173D40"/>
                </a:solidFill>
                <a:latin typeface="Arial"/>
                <a:ea typeface="Arial"/>
                <a:cs typeface="Arial"/>
              </a:defRPr>
            </a:lvl7pPr>
            <a:lvl8pPr>
              <a:defRPr sz="2025" b="1">
                <a:solidFill>
                  <a:srgbClr val="173D40"/>
                </a:solidFill>
                <a:latin typeface="Arial"/>
                <a:ea typeface="Arial"/>
                <a:cs typeface="Arial"/>
              </a:defRPr>
            </a:lvl8pPr>
            <a:lvl9pPr>
              <a:defRPr sz="2025" b="1">
                <a:solidFill>
                  <a:srgbClr val="173D40"/>
                </a:solidFill>
                <a:latin typeface="Arial"/>
                <a:ea typeface="Arial"/>
                <a:cs typeface="Arial"/>
              </a:defRPr>
            </a:lvl9pPr>
          </a:lstStyle>
          <a:p xmlns:a="http://schemas.openxmlformats.org/drawingml/2006/main">
            <a:pPr>
              <a:defRPr sz="2025" b="1">
                <a:solidFill>
                  <a:srgbClr val="173D40"/>
                </a:solidFill>
                <a:latin typeface="Arial"/>
                <a:ea typeface="Arial"/>
                <a:cs typeface="Arial"/>
              </a:defRPr>
            </a:pPr>
            <a:r>
              <a:rPr sz="2025" b="1">
                <a:solidFill>
                  <a:srgbClr val="173D40"/>
                </a:solidFill>
                <a:latin typeface="Arial"/>
                <a:ea typeface="Arial"/>
                <a:cs typeface="Arial"/>
              </a:rPr>
              <a:t>One person to contact. The team prepares the work for your approval.</a:t>
            </a:r>
          </a:p>
        </p:txBody>
      </p:sp>
    </p:spTree>
    <p:extLst>
      <p:ext uri="{BB962C8B-B14F-4D97-AF65-F5344CB8AC3E}">
        <p14:creationId xmlns:p14="http://schemas.microsoft.com/office/powerpoint/2010/main" val="2985837"/>
      </p:ext>
    </p:extLst>
  </p:cSld>
</p:sld>
</file>

<file path=ppt/slides/slide6.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7" name="text-37">
            <a:extLst xmlns:a="http://schemas.openxmlformats.org/drawingml/2006/main">
              <a:ext uri="{FF2B5EF4-FFF2-40B4-BE49-F238E27FC236}">
                <a16:creationId xmlns:a16="http://schemas.microsoft.com/office/drawing/2014/main" id="{59174B56-722E-4F98-BB60-2BD8F687D447}"/>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One newsletter can support several updates</a:t>
            </a:r>
          </a:p>
        </p:txBody>
      </p:sp>
      <p:sp>
        <p:nvSpPr>
          <p:cNvPr id="2" name="text-38">
            <a:extLst xmlns:a="http://schemas.openxmlformats.org/drawingml/2006/main">
              <a:ext uri="{FF2B5EF4-FFF2-40B4-BE49-F238E27FC236}">
                <a16:creationId xmlns:a16="http://schemas.microsoft.com/office/drawing/2014/main" id="{2A79984D-86AB-4672-A540-ABCC4FFDD942}"/>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39">
            <a:extLst xmlns:a="http://schemas.openxmlformats.org/drawingml/2006/main">
              <a:ext uri="{FF2B5EF4-FFF2-40B4-BE49-F238E27FC236}">
                <a16:creationId xmlns:a16="http://schemas.microsoft.com/office/drawing/2014/main" id="{C6DECD54-F9E4-4F05-8EB4-97B608DB46EE}"/>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06</a:t>
            </a:r>
          </a:p>
        </p:txBody>
      </p:sp>
      <p:graphicFrame>
        <p:nvGraphicFramePr>
          <p:cNvPr id="4" name="">
            <a:extLst xmlns:a="http://schemas.openxmlformats.org/drawingml/2006/main">
              <a:ext uri="{FF2B5EF4-FFF2-40B4-BE49-F238E27FC236}">
                <a16:creationId xmlns:a16="http://schemas.microsoft.com/office/drawing/2014/main" id="{93176F0D-4DF4-4060-96FB-88235B2B0AA3}"/>
              </a:ext>
            </a:extLst>
          </p:cNvPr>
          <p:cNvGraphicFramePr/>
          <p:nvPr/>
        </p:nvGraphicFramePr>
        <p:xfrm>
          <a:off xmlns:a="http://schemas.openxmlformats.org/drawingml/2006/main" x="666750" y="1809750"/>
          <a:ext xmlns:a="http://schemas.openxmlformats.org/drawingml/2006/main" cx="10858500" cy="3143250"/>
        </p:xfrm>
        <a:graphic xmlns:a="http://schemas.openxmlformats.org/drawingml/2006/main">
          <a:graphicData uri="http://schemas.openxmlformats.org/drawingml/2006/table">
            <a:tbl>
              <a:tblPr/>
              <a:tblGrid>
                <a:gridCol w="4762500"/>
                <a:gridCol w="6096000"/>
              </a:tblGrid>
              <a:tr h="785813">
                <a:tc>
                  <a:txBody>
                    <a:bodyPr lIns="152400" tIns="152400" rIns="152400" bIns="152400"/>
                    <a:lstStyle/>
                    <a:p>
                      <a:r>
                        <a:rPr sz="1800" b="1">
                          <a:solidFill>
                            <a:srgbClr val="FFFFFF"/>
                          </a:solidFill>
                          <a:latin typeface="Arial"/>
                          <a:ea typeface="Arial"/>
                          <a:cs typeface="Arial"/>
                        </a:rPr>
                        <a:t>Amber provides</a:t>
                      </a:r>
                    </a:p>
                  </a:txBody>
                  <a:tcPr marL="91440" marR="91440" marT="45720" marB="45720" anchor="ctr">
                    <a:lnL w="19050">
                      <a:solidFill>
                        <a:srgbClr val="F3F6F2"/>
                      </a:solidFill>
                      <a:prstDash val="solid"/>
                    </a:lnL>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c>
                  <a:txBody>
                    <a:bodyPr lIns="152400" tIns="152400" rIns="152400" bIns="152400"/>
                    <a:lstStyle/>
                    <a:p>
                      <a:r>
                        <a:rPr sz="1800" b="1">
                          <a:solidFill>
                            <a:srgbClr val="FFFFFF"/>
                          </a:solidFill>
                          <a:latin typeface="Arial"/>
                          <a:ea typeface="Arial"/>
                          <a:cs typeface="Arial"/>
                        </a:rPr>
                        <a:t>The team prepares</a:t>
                      </a:r>
                    </a:p>
                  </a:txBody>
                  <a:tcPr marL="91440" marR="91440" marT="45720" marB="45720" anchor="ctr">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r>
              <a:tr h="785813">
                <a:tc>
                  <a:txBody>
                    <a:bodyPr lIns="152400" tIns="152400" rIns="152400" bIns="152400"/>
                    <a:lstStyle/>
                    <a:p>
                      <a:r>
                        <a:rPr sz="1800" b="0">
                          <a:solidFill>
                            <a:srgbClr val="173D40"/>
                          </a:solidFill>
                          <a:latin typeface="Arial"/>
                          <a:ea typeface="Arial"/>
                          <a:cs typeface="Arial"/>
                        </a:rPr>
                        <a:t>A recipe, story, or class announcement</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00" b="0">
                          <a:solidFill>
                            <a:srgbClr val="173D40"/>
                          </a:solidFill>
                          <a:latin typeface="Arial"/>
                          <a:ea typeface="Arial"/>
                          <a:cs typeface="Arial"/>
                        </a:rPr>
                        <a:t>A formatted newsletter draft</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785813">
                <a:tc>
                  <a:txBody>
                    <a:bodyPr lIns="152400" tIns="152400" rIns="152400" bIns="152400"/>
                    <a:lstStyle/>
                    <a:p>
                      <a:r>
                        <a:rPr sz="1800" b="0">
                          <a:solidFill>
                            <a:srgbClr val="173D40"/>
                          </a:solidFill>
                          <a:latin typeface="Arial"/>
                          <a:ea typeface="Arial"/>
                          <a:cs typeface="Arial"/>
                        </a:rPr>
                        <a:t>Approved photos and event details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800" b="0">
                          <a:solidFill>
                            <a:srgbClr val="173D40"/>
                          </a:solidFill>
                          <a:latin typeface="Arial"/>
                          <a:ea typeface="Arial"/>
                          <a:cs typeface="Arial"/>
                        </a:rPr>
                        <a:t>Matching promotional graphics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r h="785813">
                <a:tc>
                  <a:txBody>
                    <a:bodyPr lIns="152400" tIns="152400" rIns="152400" bIns="152400"/>
                    <a:lstStyle/>
                    <a:p>
                      <a:r>
                        <a:rPr sz="1800" b="0">
                          <a:solidFill>
                            <a:srgbClr val="173D40"/>
                          </a:solidFill>
                          <a:latin typeface="Arial"/>
                          <a:ea typeface="Arial"/>
                          <a:cs typeface="Arial"/>
                        </a:rPr>
                        <a:t>Final edits and approval</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00" b="0">
                          <a:solidFill>
                            <a:srgbClr val="173D40"/>
                          </a:solidFill>
                          <a:latin typeface="Arial"/>
                          <a:ea typeface="Arial"/>
                          <a:cs typeface="Arial"/>
                        </a:rPr>
                        <a:t>The approved website or archive update</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bl>
          </a:graphicData>
        </a:graphic>
      </p:graphicFrame>
      <p:sp>
        <p:nvSpPr>
          <p:cNvPr id="5" name="text-40">
            <a:extLst xmlns:a="http://schemas.openxmlformats.org/drawingml/2006/main">
              <a:ext uri="{FF2B5EF4-FFF2-40B4-BE49-F238E27FC236}">
                <a16:creationId xmlns:a16="http://schemas.microsoft.com/office/drawing/2014/main" id="{D170136B-1876-452A-9287-D305F1D39C1E}"/>
              </a:ext>
            </a:extLst>
          </p:cNvPr>
          <p:cNvSpPr>
            <a:spLocks xmlns:a="http://schemas.openxmlformats.org/drawingml/2006/main" noGrp="1"/>
          </p:cNvSpPr>
          <p:nvPr/>
        </p:nvSpPr>
        <p:spPr>
          <a:xfrm xmlns:a="http://schemas.openxmlformats.org/drawingml/2006/main">
            <a:off x="666750" y="5429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367577"/>
                </a:solidFill>
                <a:latin typeface="Arial"/>
                <a:ea typeface="Arial"/>
                <a:cs typeface="Arial"/>
              </a:defRPr>
            </a:defPPr>
            <a:lvl1pPr>
              <a:defRPr sz="2175" b="1">
                <a:solidFill>
                  <a:srgbClr val="367577"/>
                </a:solidFill>
                <a:latin typeface="Arial"/>
                <a:ea typeface="Arial"/>
                <a:cs typeface="Arial"/>
              </a:defRPr>
            </a:lvl1pPr>
            <a:lvl2pPr>
              <a:defRPr sz="2175" b="1">
                <a:solidFill>
                  <a:srgbClr val="367577"/>
                </a:solidFill>
                <a:latin typeface="Arial"/>
                <a:ea typeface="Arial"/>
                <a:cs typeface="Arial"/>
              </a:defRPr>
            </a:lvl2pPr>
            <a:lvl3pPr>
              <a:defRPr sz="2175" b="1">
                <a:solidFill>
                  <a:srgbClr val="367577"/>
                </a:solidFill>
                <a:latin typeface="Arial"/>
                <a:ea typeface="Arial"/>
                <a:cs typeface="Arial"/>
              </a:defRPr>
            </a:lvl3pPr>
            <a:lvl4pPr>
              <a:defRPr sz="2175" b="1">
                <a:solidFill>
                  <a:srgbClr val="367577"/>
                </a:solidFill>
                <a:latin typeface="Arial"/>
                <a:ea typeface="Arial"/>
                <a:cs typeface="Arial"/>
              </a:defRPr>
            </a:lvl4pPr>
            <a:lvl5pPr>
              <a:defRPr sz="2175" b="1">
                <a:solidFill>
                  <a:srgbClr val="367577"/>
                </a:solidFill>
                <a:latin typeface="Arial"/>
                <a:ea typeface="Arial"/>
                <a:cs typeface="Arial"/>
              </a:defRPr>
            </a:lvl5pPr>
            <a:lvl6pPr>
              <a:defRPr sz="2175" b="1">
                <a:solidFill>
                  <a:srgbClr val="367577"/>
                </a:solidFill>
                <a:latin typeface="Arial"/>
                <a:ea typeface="Arial"/>
                <a:cs typeface="Arial"/>
              </a:defRPr>
            </a:lvl6pPr>
            <a:lvl7pPr>
              <a:defRPr sz="2175" b="1">
                <a:solidFill>
                  <a:srgbClr val="367577"/>
                </a:solidFill>
                <a:latin typeface="Arial"/>
                <a:ea typeface="Arial"/>
                <a:cs typeface="Arial"/>
              </a:defRPr>
            </a:lvl7pPr>
            <a:lvl8pPr>
              <a:defRPr sz="2175" b="1">
                <a:solidFill>
                  <a:srgbClr val="367577"/>
                </a:solidFill>
                <a:latin typeface="Arial"/>
                <a:ea typeface="Arial"/>
                <a:cs typeface="Arial"/>
              </a:defRPr>
            </a:lvl8pPr>
            <a:lvl9pPr>
              <a:defRPr sz="2175" b="1">
                <a:solidFill>
                  <a:srgbClr val="367577"/>
                </a:solidFill>
                <a:latin typeface="Arial"/>
                <a:ea typeface="Arial"/>
                <a:cs typeface="Arial"/>
              </a:defRPr>
            </a:lvl9pPr>
          </a:lstStyle>
          <a:p xmlns:a="http://schemas.openxmlformats.org/drawingml/2006/main">
            <a:pPr>
              <a:defRPr sz="2175" b="1">
                <a:solidFill>
                  <a:srgbClr val="367577"/>
                </a:solidFill>
                <a:latin typeface="Arial"/>
                <a:ea typeface="Arial"/>
                <a:cs typeface="Arial"/>
              </a:defRPr>
            </a:pPr>
            <a:r>
              <a:rPr sz="2175" b="1">
                <a:solidFill>
                  <a:srgbClr val="367577"/>
                </a:solidFill>
                <a:latin typeface="Arial"/>
                <a:ea typeface="Arial"/>
                <a:cs typeface="Arial"/>
              </a:rPr>
              <a:t>A useful starting project for the trial</a:t>
            </a:r>
          </a:p>
        </p:txBody>
      </p:sp>
      <p:sp>
        <p:nvSpPr>
          <p:cNvPr id="6" name="text-41">
            <a:extLst xmlns:a="http://schemas.openxmlformats.org/drawingml/2006/main">
              <a:ext uri="{FF2B5EF4-FFF2-40B4-BE49-F238E27FC236}">
                <a16:creationId xmlns:a16="http://schemas.microsoft.com/office/drawing/2014/main" id="{D14AA934-0FBB-4D38-AF66-210EFC581AF5}"/>
              </a:ext>
            </a:extLst>
          </p:cNvPr>
          <p:cNvSpPr>
            <a:spLocks xmlns:a="http://schemas.openxmlformats.org/drawingml/2006/main" noGrp="1"/>
          </p:cNvSpPr>
          <p:nvPr/>
        </p:nvSpPr>
        <p:spPr>
          <a:xfrm xmlns:a="http://schemas.openxmlformats.org/drawingml/2006/main">
            <a:off x="666750" y="585787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466163"/>
                </a:solidFill>
                <a:latin typeface="Arial"/>
                <a:ea typeface="Arial"/>
                <a:cs typeface="Arial"/>
              </a:defRPr>
            </a:defPPr>
            <a:lvl1pPr>
              <a:defRPr sz="1725" b="0">
                <a:solidFill>
                  <a:srgbClr val="466163"/>
                </a:solidFill>
                <a:latin typeface="Arial"/>
                <a:ea typeface="Arial"/>
                <a:cs typeface="Arial"/>
              </a:defRPr>
            </a:lvl1pPr>
            <a:lvl2pPr>
              <a:defRPr sz="1725" b="0">
                <a:solidFill>
                  <a:srgbClr val="466163"/>
                </a:solidFill>
                <a:latin typeface="Arial"/>
                <a:ea typeface="Arial"/>
                <a:cs typeface="Arial"/>
              </a:defRPr>
            </a:lvl2pPr>
            <a:lvl3pPr>
              <a:defRPr sz="1725" b="0">
                <a:solidFill>
                  <a:srgbClr val="466163"/>
                </a:solidFill>
                <a:latin typeface="Arial"/>
                <a:ea typeface="Arial"/>
                <a:cs typeface="Arial"/>
              </a:defRPr>
            </a:lvl3pPr>
            <a:lvl4pPr>
              <a:defRPr sz="1725" b="0">
                <a:solidFill>
                  <a:srgbClr val="466163"/>
                </a:solidFill>
                <a:latin typeface="Arial"/>
                <a:ea typeface="Arial"/>
                <a:cs typeface="Arial"/>
              </a:defRPr>
            </a:lvl4pPr>
            <a:lvl5pPr>
              <a:defRPr sz="1725" b="0">
                <a:solidFill>
                  <a:srgbClr val="466163"/>
                </a:solidFill>
                <a:latin typeface="Arial"/>
                <a:ea typeface="Arial"/>
                <a:cs typeface="Arial"/>
              </a:defRPr>
            </a:lvl5pPr>
            <a:lvl6pPr>
              <a:defRPr sz="1725" b="0">
                <a:solidFill>
                  <a:srgbClr val="466163"/>
                </a:solidFill>
                <a:latin typeface="Arial"/>
                <a:ea typeface="Arial"/>
                <a:cs typeface="Arial"/>
              </a:defRPr>
            </a:lvl6pPr>
            <a:lvl7pPr>
              <a:defRPr sz="1725" b="0">
                <a:solidFill>
                  <a:srgbClr val="466163"/>
                </a:solidFill>
                <a:latin typeface="Arial"/>
                <a:ea typeface="Arial"/>
                <a:cs typeface="Arial"/>
              </a:defRPr>
            </a:lvl7pPr>
            <a:lvl8pPr>
              <a:defRPr sz="1725" b="0">
                <a:solidFill>
                  <a:srgbClr val="466163"/>
                </a:solidFill>
                <a:latin typeface="Arial"/>
                <a:ea typeface="Arial"/>
                <a:cs typeface="Arial"/>
              </a:defRPr>
            </a:lvl8pPr>
            <a:lvl9pPr>
              <a:defRPr sz="1725" b="0">
                <a:solidFill>
                  <a:srgbClr val="466163"/>
                </a:solidFill>
                <a:latin typeface="Arial"/>
                <a:ea typeface="Arial"/>
                <a:cs typeface="Arial"/>
              </a:defRPr>
            </a:lvl9pPr>
          </a:lstStyle>
          <a:p xmlns:a="http://schemas.openxmlformats.org/drawingml/2006/main">
            <a:pPr>
              <a:defRPr sz="1725" b="0">
                <a:solidFill>
                  <a:srgbClr val="466163"/>
                </a:solidFill>
                <a:latin typeface="Arial"/>
                <a:ea typeface="Arial"/>
                <a:cs typeface="Arial"/>
              </a:defRPr>
            </a:pPr>
            <a:r>
              <a:rPr sz="1725" b="0">
                <a:solidFill>
                  <a:srgbClr val="466163"/>
                </a:solidFill>
                <a:latin typeface="Arial"/>
                <a:ea typeface="Arial"/>
                <a:cs typeface="Arial"/>
              </a:rPr>
              <a:t>Use the same approved story and photos across the newsletter and graphics.</a:t>
            </a:r>
          </a:p>
        </p:txBody>
      </p:sp>
    </p:spTree>
    <p:extLst>
      <p:ext uri="{BB962C8B-B14F-4D97-AF65-F5344CB8AC3E}">
        <p14:creationId xmlns:p14="http://schemas.microsoft.com/office/powerpoint/2010/main" val="578136434"/>
      </p:ext>
    </p:extLst>
  </p:cSld>
</p:sld>
</file>

<file path=ppt/slides/slide7.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16" name="text-42">
            <a:extLst xmlns:a="http://schemas.openxmlformats.org/drawingml/2006/main">
              <a:ext uri="{FF2B5EF4-FFF2-40B4-BE49-F238E27FC236}">
                <a16:creationId xmlns:a16="http://schemas.microsoft.com/office/drawing/2014/main" id="{956F95CD-6BE9-467D-8194-8B486EDE604E}"/>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How we would work together</a:t>
            </a:r>
          </a:p>
        </p:txBody>
      </p:sp>
      <p:sp>
        <p:nvSpPr>
          <p:cNvPr id="2" name="text-43">
            <a:extLst xmlns:a="http://schemas.openxmlformats.org/drawingml/2006/main">
              <a:ext uri="{FF2B5EF4-FFF2-40B4-BE49-F238E27FC236}">
                <a16:creationId xmlns:a16="http://schemas.microsoft.com/office/drawing/2014/main" id="{43A17A13-ED29-452A-B7FD-10B413E8FD06}"/>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44">
            <a:extLst xmlns:a="http://schemas.openxmlformats.org/drawingml/2006/main">
              <a:ext uri="{FF2B5EF4-FFF2-40B4-BE49-F238E27FC236}">
                <a16:creationId xmlns:a16="http://schemas.microsoft.com/office/drawing/2014/main" id="{F0E16859-3080-460E-AFBF-145D56212C09}"/>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07</a:t>
            </a:r>
          </a:p>
        </p:txBody>
      </p:sp>
      <p:sp>
        <p:nvSpPr>
          <p:cNvPr id="4" name="text-45">
            <a:extLst xmlns:a="http://schemas.openxmlformats.org/drawingml/2006/main">
              <a:ext uri="{FF2B5EF4-FFF2-40B4-BE49-F238E27FC236}">
                <a16:creationId xmlns:a16="http://schemas.microsoft.com/office/drawing/2014/main" id="{5D49B438-5811-4B4F-A806-1660C9E3AA5C}"/>
              </a:ext>
            </a:extLst>
          </p:cNvPr>
          <p:cNvSpPr>
            <a:spLocks xmlns:a="http://schemas.openxmlformats.org/drawingml/2006/main" noGrp="1"/>
          </p:cNvSpPr>
          <p:nvPr/>
        </p:nvSpPr>
        <p:spPr>
          <a:xfrm xmlns:a="http://schemas.openxmlformats.org/drawingml/2006/main">
            <a:off x="666750" y="1809750"/>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01</a:t>
            </a:r>
          </a:p>
        </p:txBody>
      </p:sp>
      <p:sp>
        <p:nvSpPr>
          <p:cNvPr id="5" name="text-46">
            <a:extLst xmlns:a="http://schemas.openxmlformats.org/drawingml/2006/main">
              <a:ext uri="{FF2B5EF4-FFF2-40B4-BE49-F238E27FC236}">
                <a16:creationId xmlns:a16="http://schemas.microsoft.com/office/drawing/2014/main" id="{8B2C3BD8-0F80-4044-A1AC-8CCC382902D1}"/>
              </a:ext>
            </a:extLst>
          </p:cNvPr>
          <p:cNvSpPr>
            <a:spLocks xmlns:a="http://schemas.openxmlformats.org/drawingml/2006/main" noGrp="1"/>
          </p:cNvSpPr>
          <p:nvPr/>
        </p:nvSpPr>
        <p:spPr>
          <a:xfrm xmlns:a="http://schemas.openxmlformats.org/drawingml/2006/main">
            <a:off x="1762125" y="18097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D40"/>
                </a:solidFill>
                <a:latin typeface="Arial"/>
                <a:ea typeface="Arial"/>
                <a:cs typeface="Arial"/>
              </a:defRPr>
            </a:defPPr>
            <a:lvl1pPr>
              <a:defRPr sz="2175" b="1">
                <a:solidFill>
                  <a:srgbClr val="173D40"/>
                </a:solidFill>
                <a:latin typeface="Arial"/>
                <a:ea typeface="Arial"/>
                <a:cs typeface="Arial"/>
              </a:defRPr>
            </a:lvl1pPr>
            <a:lvl2pPr>
              <a:defRPr sz="2175" b="1">
                <a:solidFill>
                  <a:srgbClr val="173D40"/>
                </a:solidFill>
                <a:latin typeface="Arial"/>
                <a:ea typeface="Arial"/>
                <a:cs typeface="Arial"/>
              </a:defRPr>
            </a:lvl2pPr>
            <a:lvl3pPr>
              <a:defRPr sz="2175" b="1">
                <a:solidFill>
                  <a:srgbClr val="173D40"/>
                </a:solidFill>
                <a:latin typeface="Arial"/>
                <a:ea typeface="Arial"/>
                <a:cs typeface="Arial"/>
              </a:defRPr>
            </a:lvl3pPr>
            <a:lvl4pPr>
              <a:defRPr sz="2175" b="1">
                <a:solidFill>
                  <a:srgbClr val="173D40"/>
                </a:solidFill>
                <a:latin typeface="Arial"/>
                <a:ea typeface="Arial"/>
                <a:cs typeface="Arial"/>
              </a:defRPr>
            </a:lvl4pPr>
            <a:lvl5pPr>
              <a:defRPr sz="2175" b="1">
                <a:solidFill>
                  <a:srgbClr val="173D40"/>
                </a:solidFill>
                <a:latin typeface="Arial"/>
                <a:ea typeface="Arial"/>
                <a:cs typeface="Arial"/>
              </a:defRPr>
            </a:lvl5pPr>
            <a:lvl6pPr>
              <a:defRPr sz="2175" b="1">
                <a:solidFill>
                  <a:srgbClr val="173D40"/>
                </a:solidFill>
                <a:latin typeface="Arial"/>
                <a:ea typeface="Arial"/>
                <a:cs typeface="Arial"/>
              </a:defRPr>
            </a:lvl6pPr>
            <a:lvl7pPr>
              <a:defRPr sz="2175" b="1">
                <a:solidFill>
                  <a:srgbClr val="173D40"/>
                </a:solidFill>
                <a:latin typeface="Arial"/>
                <a:ea typeface="Arial"/>
                <a:cs typeface="Arial"/>
              </a:defRPr>
            </a:lvl7pPr>
            <a:lvl8pPr>
              <a:defRPr sz="2175" b="1">
                <a:solidFill>
                  <a:srgbClr val="173D40"/>
                </a:solidFill>
                <a:latin typeface="Arial"/>
                <a:ea typeface="Arial"/>
                <a:cs typeface="Arial"/>
              </a:defRPr>
            </a:lvl8pPr>
            <a:lvl9pPr>
              <a:defRPr sz="2175" b="1">
                <a:solidFill>
                  <a:srgbClr val="173D40"/>
                </a:solidFill>
                <a:latin typeface="Arial"/>
                <a:ea typeface="Arial"/>
                <a:cs typeface="Arial"/>
              </a:defRPr>
            </a:lvl9pPr>
          </a:lstStyle>
          <a:p xmlns:a="http://schemas.openxmlformats.org/drawingml/2006/main">
            <a:pPr>
              <a:defRPr sz="2175" b="1">
                <a:solidFill>
                  <a:srgbClr val="173D40"/>
                </a:solidFill>
                <a:latin typeface="Arial"/>
                <a:ea typeface="Arial"/>
                <a:cs typeface="Arial"/>
              </a:defRPr>
            </a:pPr>
            <a:r>
              <a:rPr sz="2175" b="1">
                <a:solidFill>
                  <a:srgbClr val="173D40"/>
                </a:solidFill>
                <a:latin typeface="Arial"/>
                <a:ea typeface="Arial"/>
                <a:cs typeface="Arial"/>
              </a:rPr>
              <a:t>Choose priorities</a:t>
            </a:r>
          </a:p>
        </p:txBody>
      </p:sp>
      <p:sp>
        <p:nvSpPr>
          <p:cNvPr id="6" name="text-47">
            <a:extLst xmlns:a="http://schemas.openxmlformats.org/drawingml/2006/main">
              <a:ext uri="{FF2B5EF4-FFF2-40B4-BE49-F238E27FC236}">
                <a16:creationId xmlns:a16="http://schemas.microsoft.com/office/drawing/2014/main" id="{9B15A01F-9DF6-4CF1-92A7-AE7D03F0A66F}"/>
              </a:ext>
            </a:extLst>
          </p:cNvPr>
          <p:cNvSpPr>
            <a:spLocks xmlns:a="http://schemas.openxmlformats.org/drawingml/2006/main" noGrp="1"/>
          </p:cNvSpPr>
          <p:nvPr/>
        </p:nvSpPr>
        <p:spPr>
          <a:xfrm xmlns:a="http://schemas.openxmlformats.org/drawingml/2006/main">
            <a:off x="6096000" y="1809750"/>
            <a:ext cx="542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466163"/>
                </a:solidFill>
                <a:latin typeface="Arial"/>
                <a:ea typeface="Arial"/>
                <a:cs typeface="Arial"/>
              </a:defRPr>
            </a:defPPr>
            <a:lvl1pPr>
              <a:defRPr sz="1875" b="0">
                <a:solidFill>
                  <a:srgbClr val="466163"/>
                </a:solidFill>
                <a:latin typeface="Arial"/>
                <a:ea typeface="Arial"/>
                <a:cs typeface="Arial"/>
              </a:defRPr>
            </a:lvl1pPr>
            <a:lvl2pPr>
              <a:defRPr sz="1875" b="0">
                <a:solidFill>
                  <a:srgbClr val="466163"/>
                </a:solidFill>
                <a:latin typeface="Arial"/>
                <a:ea typeface="Arial"/>
                <a:cs typeface="Arial"/>
              </a:defRPr>
            </a:lvl2pPr>
            <a:lvl3pPr>
              <a:defRPr sz="1875" b="0">
                <a:solidFill>
                  <a:srgbClr val="466163"/>
                </a:solidFill>
                <a:latin typeface="Arial"/>
                <a:ea typeface="Arial"/>
                <a:cs typeface="Arial"/>
              </a:defRPr>
            </a:lvl3pPr>
            <a:lvl4pPr>
              <a:defRPr sz="1875" b="0">
                <a:solidFill>
                  <a:srgbClr val="466163"/>
                </a:solidFill>
                <a:latin typeface="Arial"/>
                <a:ea typeface="Arial"/>
                <a:cs typeface="Arial"/>
              </a:defRPr>
            </a:lvl4pPr>
            <a:lvl5pPr>
              <a:defRPr sz="1875" b="0">
                <a:solidFill>
                  <a:srgbClr val="466163"/>
                </a:solidFill>
                <a:latin typeface="Arial"/>
                <a:ea typeface="Arial"/>
                <a:cs typeface="Arial"/>
              </a:defRPr>
            </a:lvl5pPr>
            <a:lvl6pPr>
              <a:defRPr sz="1875" b="0">
                <a:solidFill>
                  <a:srgbClr val="466163"/>
                </a:solidFill>
                <a:latin typeface="Arial"/>
                <a:ea typeface="Arial"/>
                <a:cs typeface="Arial"/>
              </a:defRPr>
            </a:lvl6pPr>
            <a:lvl7pPr>
              <a:defRPr sz="1875" b="0">
                <a:solidFill>
                  <a:srgbClr val="466163"/>
                </a:solidFill>
                <a:latin typeface="Arial"/>
                <a:ea typeface="Arial"/>
                <a:cs typeface="Arial"/>
              </a:defRPr>
            </a:lvl7pPr>
            <a:lvl8pPr>
              <a:defRPr sz="1875" b="0">
                <a:solidFill>
                  <a:srgbClr val="466163"/>
                </a:solidFill>
                <a:latin typeface="Arial"/>
                <a:ea typeface="Arial"/>
                <a:cs typeface="Arial"/>
              </a:defRPr>
            </a:lvl8pPr>
            <a:lvl9pPr>
              <a:defRPr sz="1875" b="0">
                <a:solidFill>
                  <a:srgbClr val="466163"/>
                </a:solidFill>
                <a:latin typeface="Arial"/>
                <a:ea typeface="Arial"/>
                <a:cs typeface="Arial"/>
              </a:defRPr>
            </a:lvl9pPr>
          </a:lstStyle>
          <a:p xmlns:a="http://schemas.openxmlformats.org/drawingml/2006/main">
            <a:pPr>
              <a:defRPr sz="1875" b="0">
                <a:solidFill>
                  <a:srgbClr val="466163"/>
                </a:solidFill>
                <a:latin typeface="Arial"/>
                <a:ea typeface="Arial"/>
                <a:cs typeface="Arial"/>
              </a:defRPr>
            </a:pPr>
            <a:r>
              <a:rPr sz="1875" b="0">
                <a:solidFill>
                  <a:srgbClr val="466163"/>
                </a:solidFill>
                <a:latin typeface="Arial"/>
                <a:ea typeface="Arial"/>
                <a:cs typeface="Arial"/>
              </a:rPr>
              <a:t>Amber shares approved materials and the most important tasks.</a:t>
            </a:r>
          </a:p>
        </p:txBody>
      </p:sp>
      <p:sp>
        <p:nvSpPr>
          <p:cNvPr id="7" name="text-48">
            <a:extLst xmlns:a="http://schemas.openxmlformats.org/drawingml/2006/main">
              <a:ext uri="{FF2B5EF4-FFF2-40B4-BE49-F238E27FC236}">
                <a16:creationId xmlns:a16="http://schemas.microsoft.com/office/drawing/2014/main" id="{68FAB5A6-D198-45FF-8D38-CA2A9D158E86}"/>
              </a:ext>
            </a:extLst>
          </p:cNvPr>
          <p:cNvSpPr>
            <a:spLocks xmlns:a="http://schemas.openxmlformats.org/drawingml/2006/main" noGrp="1"/>
          </p:cNvSpPr>
          <p:nvPr/>
        </p:nvSpPr>
        <p:spPr>
          <a:xfrm xmlns:a="http://schemas.openxmlformats.org/drawingml/2006/main">
            <a:off x="666750" y="28098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02</a:t>
            </a:r>
          </a:p>
        </p:txBody>
      </p:sp>
      <p:sp>
        <p:nvSpPr>
          <p:cNvPr id="8" name="text-49">
            <a:extLst xmlns:a="http://schemas.openxmlformats.org/drawingml/2006/main">
              <a:ext uri="{FF2B5EF4-FFF2-40B4-BE49-F238E27FC236}">
                <a16:creationId xmlns:a16="http://schemas.microsoft.com/office/drawing/2014/main" id="{4207246C-CD4C-4A2C-84B7-9226312DEB7B}"/>
              </a:ext>
            </a:extLst>
          </p:cNvPr>
          <p:cNvSpPr>
            <a:spLocks xmlns:a="http://schemas.openxmlformats.org/drawingml/2006/main" noGrp="1"/>
          </p:cNvSpPr>
          <p:nvPr/>
        </p:nvSpPr>
        <p:spPr>
          <a:xfrm xmlns:a="http://schemas.openxmlformats.org/drawingml/2006/main">
            <a:off x="1762125" y="280987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D40"/>
                </a:solidFill>
                <a:latin typeface="Arial"/>
                <a:ea typeface="Arial"/>
                <a:cs typeface="Arial"/>
              </a:defRPr>
            </a:defPPr>
            <a:lvl1pPr>
              <a:defRPr sz="2175" b="1">
                <a:solidFill>
                  <a:srgbClr val="173D40"/>
                </a:solidFill>
                <a:latin typeface="Arial"/>
                <a:ea typeface="Arial"/>
                <a:cs typeface="Arial"/>
              </a:defRPr>
            </a:lvl1pPr>
            <a:lvl2pPr>
              <a:defRPr sz="2175" b="1">
                <a:solidFill>
                  <a:srgbClr val="173D40"/>
                </a:solidFill>
                <a:latin typeface="Arial"/>
                <a:ea typeface="Arial"/>
                <a:cs typeface="Arial"/>
              </a:defRPr>
            </a:lvl2pPr>
            <a:lvl3pPr>
              <a:defRPr sz="2175" b="1">
                <a:solidFill>
                  <a:srgbClr val="173D40"/>
                </a:solidFill>
                <a:latin typeface="Arial"/>
                <a:ea typeface="Arial"/>
                <a:cs typeface="Arial"/>
              </a:defRPr>
            </a:lvl3pPr>
            <a:lvl4pPr>
              <a:defRPr sz="2175" b="1">
                <a:solidFill>
                  <a:srgbClr val="173D40"/>
                </a:solidFill>
                <a:latin typeface="Arial"/>
                <a:ea typeface="Arial"/>
                <a:cs typeface="Arial"/>
              </a:defRPr>
            </a:lvl4pPr>
            <a:lvl5pPr>
              <a:defRPr sz="2175" b="1">
                <a:solidFill>
                  <a:srgbClr val="173D40"/>
                </a:solidFill>
                <a:latin typeface="Arial"/>
                <a:ea typeface="Arial"/>
                <a:cs typeface="Arial"/>
              </a:defRPr>
            </a:lvl5pPr>
            <a:lvl6pPr>
              <a:defRPr sz="2175" b="1">
                <a:solidFill>
                  <a:srgbClr val="173D40"/>
                </a:solidFill>
                <a:latin typeface="Arial"/>
                <a:ea typeface="Arial"/>
                <a:cs typeface="Arial"/>
              </a:defRPr>
            </a:lvl6pPr>
            <a:lvl7pPr>
              <a:defRPr sz="2175" b="1">
                <a:solidFill>
                  <a:srgbClr val="173D40"/>
                </a:solidFill>
                <a:latin typeface="Arial"/>
                <a:ea typeface="Arial"/>
                <a:cs typeface="Arial"/>
              </a:defRPr>
            </a:lvl7pPr>
            <a:lvl8pPr>
              <a:defRPr sz="2175" b="1">
                <a:solidFill>
                  <a:srgbClr val="173D40"/>
                </a:solidFill>
                <a:latin typeface="Arial"/>
                <a:ea typeface="Arial"/>
                <a:cs typeface="Arial"/>
              </a:defRPr>
            </a:lvl8pPr>
            <a:lvl9pPr>
              <a:defRPr sz="2175" b="1">
                <a:solidFill>
                  <a:srgbClr val="173D40"/>
                </a:solidFill>
                <a:latin typeface="Arial"/>
                <a:ea typeface="Arial"/>
                <a:cs typeface="Arial"/>
              </a:defRPr>
            </a:lvl9pPr>
          </a:lstStyle>
          <a:p xmlns:a="http://schemas.openxmlformats.org/drawingml/2006/main">
            <a:pPr>
              <a:defRPr sz="2175" b="1">
                <a:solidFill>
                  <a:srgbClr val="173D40"/>
                </a:solidFill>
                <a:latin typeface="Arial"/>
                <a:ea typeface="Arial"/>
                <a:cs typeface="Arial"/>
              </a:defRPr>
            </a:pPr>
            <a:r>
              <a:rPr sz="2175" b="1">
                <a:solidFill>
                  <a:srgbClr val="173D40"/>
                </a:solidFill>
                <a:latin typeface="Arial"/>
                <a:ea typeface="Arial"/>
                <a:cs typeface="Arial"/>
              </a:rPr>
              <a:t>Confirm the plan</a:t>
            </a:r>
          </a:p>
        </p:txBody>
      </p:sp>
      <p:sp>
        <p:nvSpPr>
          <p:cNvPr id="9" name="text-50">
            <a:extLst xmlns:a="http://schemas.openxmlformats.org/drawingml/2006/main">
              <a:ext uri="{FF2B5EF4-FFF2-40B4-BE49-F238E27FC236}">
                <a16:creationId xmlns:a16="http://schemas.microsoft.com/office/drawing/2014/main" id="{7684C967-1A29-479A-8D91-A2D48A028815}"/>
              </a:ext>
            </a:extLst>
          </p:cNvPr>
          <p:cNvSpPr>
            <a:spLocks xmlns:a="http://schemas.openxmlformats.org/drawingml/2006/main" noGrp="1"/>
          </p:cNvSpPr>
          <p:nvPr/>
        </p:nvSpPr>
        <p:spPr>
          <a:xfrm xmlns:a="http://schemas.openxmlformats.org/drawingml/2006/main">
            <a:off x="6096000" y="2809875"/>
            <a:ext cx="542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466163"/>
                </a:solidFill>
                <a:latin typeface="Arial"/>
                <a:ea typeface="Arial"/>
                <a:cs typeface="Arial"/>
              </a:defRPr>
            </a:defPPr>
            <a:lvl1pPr>
              <a:defRPr sz="1875" b="0">
                <a:solidFill>
                  <a:srgbClr val="466163"/>
                </a:solidFill>
                <a:latin typeface="Arial"/>
                <a:ea typeface="Arial"/>
                <a:cs typeface="Arial"/>
              </a:defRPr>
            </a:lvl1pPr>
            <a:lvl2pPr>
              <a:defRPr sz="1875" b="0">
                <a:solidFill>
                  <a:srgbClr val="466163"/>
                </a:solidFill>
                <a:latin typeface="Arial"/>
                <a:ea typeface="Arial"/>
                <a:cs typeface="Arial"/>
              </a:defRPr>
            </a:lvl2pPr>
            <a:lvl3pPr>
              <a:defRPr sz="1875" b="0">
                <a:solidFill>
                  <a:srgbClr val="466163"/>
                </a:solidFill>
                <a:latin typeface="Arial"/>
                <a:ea typeface="Arial"/>
                <a:cs typeface="Arial"/>
              </a:defRPr>
            </a:lvl3pPr>
            <a:lvl4pPr>
              <a:defRPr sz="1875" b="0">
                <a:solidFill>
                  <a:srgbClr val="466163"/>
                </a:solidFill>
                <a:latin typeface="Arial"/>
                <a:ea typeface="Arial"/>
                <a:cs typeface="Arial"/>
              </a:defRPr>
            </a:lvl4pPr>
            <a:lvl5pPr>
              <a:defRPr sz="1875" b="0">
                <a:solidFill>
                  <a:srgbClr val="466163"/>
                </a:solidFill>
                <a:latin typeface="Arial"/>
                <a:ea typeface="Arial"/>
                <a:cs typeface="Arial"/>
              </a:defRPr>
            </a:lvl5pPr>
            <a:lvl6pPr>
              <a:defRPr sz="1875" b="0">
                <a:solidFill>
                  <a:srgbClr val="466163"/>
                </a:solidFill>
                <a:latin typeface="Arial"/>
                <a:ea typeface="Arial"/>
                <a:cs typeface="Arial"/>
              </a:defRPr>
            </a:lvl6pPr>
            <a:lvl7pPr>
              <a:defRPr sz="1875" b="0">
                <a:solidFill>
                  <a:srgbClr val="466163"/>
                </a:solidFill>
                <a:latin typeface="Arial"/>
                <a:ea typeface="Arial"/>
                <a:cs typeface="Arial"/>
              </a:defRPr>
            </a:lvl7pPr>
            <a:lvl8pPr>
              <a:defRPr sz="1875" b="0">
                <a:solidFill>
                  <a:srgbClr val="466163"/>
                </a:solidFill>
                <a:latin typeface="Arial"/>
                <a:ea typeface="Arial"/>
                <a:cs typeface="Arial"/>
              </a:defRPr>
            </a:lvl8pPr>
            <a:lvl9pPr>
              <a:defRPr sz="1875" b="0">
                <a:solidFill>
                  <a:srgbClr val="466163"/>
                </a:solidFill>
                <a:latin typeface="Arial"/>
                <a:ea typeface="Arial"/>
                <a:cs typeface="Arial"/>
              </a:defRPr>
            </a:lvl9pPr>
          </a:lstStyle>
          <a:p xmlns:a="http://schemas.openxmlformats.org/drawingml/2006/main">
            <a:pPr>
              <a:defRPr sz="1875" b="0">
                <a:solidFill>
                  <a:srgbClr val="466163"/>
                </a:solidFill>
                <a:latin typeface="Arial"/>
                <a:ea typeface="Arial"/>
                <a:cs typeface="Arial"/>
              </a:defRPr>
            </a:pPr>
            <a:r>
              <a:rPr sz="1875" b="0">
                <a:solidFill>
                  <a:srgbClr val="466163"/>
                </a:solidFill>
                <a:latin typeface="Arial"/>
                <a:ea typeface="Arial"/>
                <a:cs typeface="Arial"/>
              </a:rPr>
              <a:t>Zul agrees the deliverables, revisions, and delivery dates.</a:t>
            </a:r>
          </a:p>
        </p:txBody>
      </p:sp>
      <p:sp>
        <p:nvSpPr>
          <p:cNvPr id="10" name="text-51">
            <a:extLst xmlns:a="http://schemas.openxmlformats.org/drawingml/2006/main">
              <a:ext uri="{FF2B5EF4-FFF2-40B4-BE49-F238E27FC236}">
                <a16:creationId xmlns:a16="http://schemas.microsoft.com/office/drawing/2014/main" id="{822F9396-789A-4386-A75D-62C06E230757}"/>
              </a:ext>
            </a:extLst>
          </p:cNvPr>
          <p:cNvSpPr>
            <a:spLocks xmlns:a="http://schemas.openxmlformats.org/drawingml/2006/main" noGrp="1"/>
          </p:cNvSpPr>
          <p:nvPr/>
        </p:nvSpPr>
        <p:spPr>
          <a:xfrm xmlns:a="http://schemas.openxmlformats.org/drawingml/2006/main">
            <a:off x="666750" y="3810000"/>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03</a:t>
            </a:r>
          </a:p>
        </p:txBody>
      </p:sp>
      <p:sp>
        <p:nvSpPr>
          <p:cNvPr id="11" name="text-52">
            <a:extLst xmlns:a="http://schemas.openxmlformats.org/drawingml/2006/main">
              <a:ext uri="{FF2B5EF4-FFF2-40B4-BE49-F238E27FC236}">
                <a16:creationId xmlns:a16="http://schemas.microsoft.com/office/drawing/2014/main" id="{B0801E75-71BA-4AD5-B0E7-FD0AF67FCF32}"/>
              </a:ext>
            </a:extLst>
          </p:cNvPr>
          <p:cNvSpPr>
            <a:spLocks xmlns:a="http://schemas.openxmlformats.org/drawingml/2006/main" noGrp="1"/>
          </p:cNvSpPr>
          <p:nvPr/>
        </p:nvSpPr>
        <p:spPr>
          <a:xfrm xmlns:a="http://schemas.openxmlformats.org/drawingml/2006/main">
            <a:off x="1762125" y="381000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D40"/>
                </a:solidFill>
                <a:latin typeface="Arial"/>
                <a:ea typeface="Arial"/>
                <a:cs typeface="Arial"/>
              </a:defRPr>
            </a:defPPr>
            <a:lvl1pPr>
              <a:defRPr sz="2175" b="1">
                <a:solidFill>
                  <a:srgbClr val="173D40"/>
                </a:solidFill>
                <a:latin typeface="Arial"/>
                <a:ea typeface="Arial"/>
                <a:cs typeface="Arial"/>
              </a:defRPr>
            </a:lvl1pPr>
            <a:lvl2pPr>
              <a:defRPr sz="2175" b="1">
                <a:solidFill>
                  <a:srgbClr val="173D40"/>
                </a:solidFill>
                <a:latin typeface="Arial"/>
                <a:ea typeface="Arial"/>
                <a:cs typeface="Arial"/>
              </a:defRPr>
            </a:lvl2pPr>
            <a:lvl3pPr>
              <a:defRPr sz="2175" b="1">
                <a:solidFill>
                  <a:srgbClr val="173D40"/>
                </a:solidFill>
                <a:latin typeface="Arial"/>
                <a:ea typeface="Arial"/>
                <a:cs typeface="Arial"/>
              </a:defRPr>
            </a:lvl3pPr>
            <a:lvl4pPr>
              <a:defRPr sz="2175" b="1">
                <a:solidFill>
                  <a:srgbClr val="173D40"/>
                </a:solidFill>
                <a:latin typeface="Arial"/>
                <a:ea typeface="Arial"/>
                <a:cs typeface="Arial"/>
              </a:defRPr>
            </a:lvl4pPr>
            <a:lvl5pPr>
              <a:defRPr sz="2175" b="1">
                <a:solidFill>
                  <a:srgbClr val="173D40"/>
                </a:solidFill>
                <a:latin typeface="Arial"/>
                <a:ea typeface="Arial"/>
                <a:cs typeface="Arial"/>
              </a:defRPr>
            </a:lvl5pPr>
            <a:lvl6pPr>
              <a:defRPr sz="2175" b="1">
                <a:solidFill>
                  <a:srgbClr val="173D40"/>
                </a:solidFill>
                <a:latin typeface="Arial"/>
                <a:ea typeface="Arial"/>
                <a:cs typeface="Arial"/>
              </a:defRPr>
            </a:lvl6pPr>
            <a:lvl7pPr>
              <a:defRPr sz="2175" b="1">
                <a:solidFill>
                  <a:srgbClr val="173D40"/>
                </a:solidFill>
                <a:latin typeface="Arial"/>
                <a:ea typeface="Arial"/>
                <a:cs typeface="Arial"/>
              </a:defRPr>
            </a:lvl7pPr>
            <a:lvl8pPr>
              <a:defRPr sz="2175" b="1">
                <a:solidFill>
                  <a:srgbClr val="173D40"/>
                </a:solidFill>
                <a:latin typeface="Arial"/>
                <a:ea typeface="Arial"/>
                <a:cs typeface="Arial"/>
              </a:defRPr>
            </a:lvl8pPr>
            <a:lvl9pPr>
              <a:defRPr sz="2175" b="1">
                <a:solidFill>
                  <a:srgbClr val="173D40"/>
                </a:solidFill>
                <a:latin typeface="Arial"/>
                <a:ea typeface="Arial"/>
                <a:cs typeface="Arial"/>
              </a:defRPr>
            </a:lvl9pPr>
          </a:lstStyle>
          <a:p xmlns:a="http://schemas.openxmlformats.org/drawingml/2006/main">
            <a:pPr>
              <a:defRPr sz="2175" b="1">
                <a:solidFill>
                  <a:srgbClr val="173D40"/>
                </a:solidFill>
                <a:latin typeface="Arial"/>
                <a:ea typeface="Arial"/>
                <a:cs typeface="Arial"/>
              </a:defRPr>
            </a:pPr>
            <a:r>
              <a:rPr sz="2175" b="1">
                <a:solidFill>
                  <a:srgbClr val="173D40"/>
                </a:solidFill>
                <a:latin typeface="Arial"/>
                <a:ea typeface="Arial"/>
                <a:cs typeface="Arial"/>
              </a:rPr>
              <a:t>Prepare and review</a:t>
            </a:r>
          </a:p>
        </p:txBody>
      </p:sp>
      <p:sp>
        <p:nvSpPr>
          <p:cNvPr id="12" name="text-53">
            <a:extLst xmlns:a="http://schemas.openxmlformats.org/drawingml/2006/main">
              <a:ext uri="{FF2B5EF4-FFF2-40B4-BE49-F238E27FC236}">
                <a16:creationId xmlns:a16="http://schemas.microsoft.com/office/drawing/2014/main" id="{B12DBEF1-E7CA-48D9-B263-62FA48B9BB67}"/>
              </a:ext>
            </a:extLst>
          </p:cNvPr>
          <p:cNvSpPr>
            <a:spLocks xmlns:a="http://schemas.openxmlformats.org/drawingml/2006/main" noGrp="1"/>
          </p:cNvSpPr>
          <p:nvPr/>
        </p:nvSpPr>
        <p:spPr>
          <a:xfrm xmlns:a="http://schemas.openxmlformats.org/drawingml/2006/main">
            <a:off x="6096000" y="3810000"/>
            <a:ext cx="542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466163"/>
                </a:solidFill>
                <a:latin typeface="Arial"/>
                <a:ea typeface="Arial"/>
                <a:cs typeface="Arial"/>
              </a:defRPr>
            </a:defPPr>
            <a:lvl1pPr>
              <a:defRPr sz="1875" b="0">
                <a:solidFill>
                  <a:srgbClr val="466163"/>
                </a:solidFill>
                <a:latin typeface="Arial"/>
                <a:ea typeface="Arial"/>
                <a:cs typeface="Arial"/>
              </a:defRPr>
            </a:lvl1pPr>
            <a:lvl2pPr>
              <a:defRPr sz="1875" b="0">
                <a:solidFill>
                  <a:srgbClr val="466163"/>
                </a:solidFill>
                <a:latin typeface="Arial"/>
                <a:ea typeface="Arial"/>
                <a:cs typeface="Arial"/>
              </a:defRPr>
            </a:lvl2pPr>
            <a:lvl3pPr>
              <a:defRPr sz="1875" b="0">
                <a:solidFill>
                  <a:srgbClr val="466163"/>
                </a:solidFill>
                <a:latin typeface="Arial"/>
                <a:ea typeface="Arial"/>
                <a:cs typeface="Arial"/>
              </a:defRPr>
            </a:lvl3pPr>
            <a:lvl4pPr>
              <a:defRPr sz="1875" b="0">
                <a:solidFill>
                  <a:srgbClr val="466163"/>
                </a:solidFill>
                <a:latin typeface="Arial"/>
                <a:ea typeface="Arial"/>
                <a:cs typeface="Arial"/>
              </a:defRPr>
            </a:lvl4pPr>
            <a:lvl5pPr>
              <a:defRPr sz="1875" b="0">
                <a:solidFill>
                  <a:srgbClr val="466163"/>
                </a:solidFill>
                <a:latin typeface="Arial"/>
                <a:ea typeface="Arial"/>
                <a:cs typeface="Arial"/>
              </a:defRPr>
            </a:lvl5pPr>
            <a:lvl6pPr>
              <a:defRPr sz="1875" b="0">
                <a:solidFill>
                  <a:srgbClr val="466163"/>
                </a:solidFill>
                <a:latin typeface="Arial"/>
                <a:ea typeface="Arial"/>
                <a:cs typeface="Arial"/>
              </a:defRPr>
            </a:lvl6pPr>
            <a:lvl7pPr>
              <a:defRPr sz="1875" b="0">
                <a:solidFill>
                  <a:srgbClr val="466163"/>
                </a:solidFill>
                <a:latin typeface="Arial"/>
                <a:ea typeface="Arial"/>
                <a:cs typeface="Arial"/>
              </a:defRPr>
            </a:lvl7pPr>
            <a:lvl8pPr>
              <a:defRPr sz="1875" b="0">
                <a:solidFill>
                  <a:srgbClr val="466163"/>
                </a:solidFill>
                <a:latin typeface="Arial"/>
                <a:ea typeface="Arial"/>
                <a:cs typeface="Arial"/>
              </a:defRPr>
            </a:lvl8pPr>
            <a:lvl9pPr>
              <a:defRPr sz="1875" b="0">
                <a:solidFill>
                  <a:srgbClr val="466163"/>
                </a:solidFill>
                <a:latin typeface="Arial"/>
                <a:ea typeface="Arial"/>
                <a:cs typeface="Arial"/>
              </a:defRPr>
            </a:lvl9pPr>
          </a:lstStyle>
          <a:p xmlns:a="http://schemas.openxmlformats.org/drawingml/2006/main">
            <a:pPr>
              <a:defRPr sz="1875" b="0">
                <a:solidFill>
                  <a:srgbClr val="466163"/>
                </a:solidFill>
                <a:latin typeface="Arial"/>
                <a:ea typeface="Arial"/>
                <a:cs typeface="Arial"/>
              </a:defRPr>
            </a:pPr>
            <a:r>
              <a:rPr sz="1875" b="0">
                <a:solidFill>
                  <a:srgbClr val="466163"/>
                </a:solidFill>
                <a:latin typeface="Arial"/>
                <a:ea typeface="Arial"/>
                <a:cs typeface="Arial"/>
              </a:rPr>
              <a:t>The team completes drafts. Amber approves public content.</a:t>
            </a:r>
          </a:p>
        </p:txBody>
      </p:sp>
      <p:sp>
        <p:nvSpPr>
          <p:cNvPr id="13" name="text-54">
            <a:extLst xmlns:a="http://schemas.openxmlformats.org/drawingml/2006/main">
              <a:ext uri="{FF2B5EF4-FFF2-40B4-BE49-F238E27FC236}">
                <a16:creationId xmlns:a16="http://schemas.microsoft.com/office/drawing/2014/main" id="{96352ADC-CC8B-4EE9-B768-4412B5838FD8}"/>
              </a:ext>
            </a:extLst>
          </p:cNvPr>
          <p:cNvSpPr>
            <a:spLocks xmlns:a="http://schemas.openxmlformats.org/drawingml/2006/main" noGrp="1"/>
          </p:cNvSpPr>
          <p:nvPr/>
        </p:nvSpPr>
        <p:spPr>
          <a:xfrm xmlns:a="http://schemas.openxmlformats.org/drawingml/2006/main">
            <a:off x="666750" y="481012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04</a:t>
            </a:r>
          </a:p>
        </p:txBody>
      </p:sp>
      <p:sp>
        <p:nvSpPr>
          <p:cNvPr id="14" name="text-55">
            <a:extLst xmlns:a="http://schemas.openxmlformats.org/drawingml/2006/main">
              <a:ext uri="{FF2B5EF4-FFF2-40B4-BE49-F238E27FC236}">
                <a16:creationId xmlns:a16="http://schemas.microsoft.com/office/drawing/2014/main" id="{F35CB969-4096-45E1-BE92-A80035B02DBE}"/>
              </a:ext>
            </a:extLst>
          </p:cNvPr>
          <p:cNvSpPr>
            <a:spLocks xmlns:a="http://schemas.openxmlformats.org/drawingml/2006/main" noGrp="1"/>
          </p:cNvSpPr>
          <p:nvPr/>
        </p:nvSpPr>
        <p:spPr>
          <a:xfrm xmlns:a="http://schemas.openxmlformats.org/drawingml/2006/main">
            <a:off x="1762125" y="481012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D40"/>
                </a:solidFill>
                <a:latin typeface="Arial"/>
                <a:ea typeface="Arial"/>
                <a:cs typeface="Arial"/>
              </a:defRPr>
            </a:defPPr>
            <a:lvl1pPr>
              <a:defRPr sz="2175" b="1">
                <a:solidFill>
                  <a:srgbClr val="173D40"/>
                </a:solidFill>
                <a:latin typeface="Arial"/>
                <a:ea typeface="Arial"/>
                <a:cs typeface="Arial"/>
              </a:defRPr>
            </a:lvl1pPr>
            <a:lvl2pPr>
              <a:defRPr sz="2175" b="1">
                <a:solidFill>
                  <a:srgbClr val="173D40"/>
                </a:solidFill>
                <a:latin typeface="Arial"/>
                <a:ea typeface="Arial"/>
                <a:cs typeface="Arial"/>
              </a:defRPr>
            </a:lvl2pPr>
            <a:lvl3pPr>
              <a:defRPr sz="2175" b="1">
                <a:solidFill>
                  <a:srgbClr val="173D40"/>
                </a:solidFill>
                <a:latin typeface="Arial"/>
                <a:ea typeface="Arial"/>
                <a:cs typeface="Arial"/>
              </a:defRPr>
            </a:lvl3pPr>
            <a:lvl4pPr>
              <a:defRPr sz="2175" b="1">
                <a:solidFill>
                  <a:srgbClr val="173D40"/>
                </a:solidFill>
                <a:latin typeface="Arial"/>
                <a:ea typeface="Arial"/>
                <a:cs typeface="Arial"/>
              </a:defRPr>
            </a:lvl4pPr>
            <a:lvl5pPr>
              <a:defRPr sz="2175" b="1">
                <a:solidFill>
                  <a:srgbClr val="173D40"/>
                </a:solidFill>
                <a:latin typeface="Arial"/>
                <a:ea typeface="Arial"/>
                <a:cs typeface="Arial"/>
              </a:defRPr>
            </a:lvl5pPr>
            <a:lvl6pPr>
              <a:defRPr sz="2175" b="1">
                <a:solidFill>
                  <a:srgbClr val="173D40"/>
                </a:solidFill>
                <a:latin typeface="Arial"/>
                <a:ea typeface="Arial"/>
                <a:cs typeface="Arial"/>
              </a:defRPr>
            </a:lvl6pPr>
            <a:lvl7pPr>
              <a:defRPr sz="2175" b="1">
                <a:solidFill>
                  <a:srgbClr val="173D40"/>
                </a:solidFill>
                <a:latin typeface="Arial"/>
                <a:ea typeface="Arial"/>
                <a:cs typeface="Arial"/>
              </a:defRPr>
            </a:lvl7pPr>
            <a:lvl8pPr>
              <a:defRPr sz="2175" b="1">
                <a:solidFill>
                  <a:srgbClr val="173D40"/>
                </a:solidFill>
                <a:latin typeface="Arial"/>
                <a:ea typeface="Arial"/>
                <a:cs typeface="Arial"/>
              </a:defRPr>
            </a:lvl8pPr>
            <a:lvl9pPr>
              <a:defRPr sz="2175" b="1">
                <a:solidFill>
                  <a:srgbClr val="173D40"/>
                </a:solidFill>
                <a:latin typeface="Arial"/>
                <a:ea typeface="Arial"/>
                <a:cs typeface="Arial"/>
              </a:defRPr>
            </a:lvl9pPr>
          </a:lstStyle>
          <a:p xmlns:a="http://schemas.openxmlformats.org/drawingml/2006/main">
            <a:pPr>
              <a:defRPr sz="2175" b="1">
                <a:solidFill>
                  <a:srgbClr val="173D40"/>
                </a:solidFill>
                <a:latin typeface="Arial"/>
                <a:ea typeface="Arial"/>
                <a:cs typeface="Arial"/>
              </a:defRPr>
            </a:pPr>
            <a:r>
              <a:rPr sz="2175" b="1">
                <a:solidFill>
                  <a:srgbClr val="173D40"/>
                </a:solidFill>
                <a:latin typeface="Arial"/>
                <a:ea typeface="Arial"/>
                <a:cs typeface="Arial"/>
              </a:rPr>
              <a:t>Report and adjust</a:t>
            </a:r>
          </a:p>
        </p:txBody>
      </p:sp>
      <p:sp>
        <p:nvSpPr>
          <p:cNvPr id="15" name="text-56">
            <a:extLst xmlns:a="http://schemas.openxmlformats.org/drawingml/2006/main">
              <a:ext uri="{FF2B5EF4-FFF2-40B4-BE49-F238E27FC236}">
                <a16:creationId xmlns:a16="http://schemas.microsoft.com/office/drawing/2014/main" id="{C651BABE-B8AB-46C8-B642-A248FADA0235}"/>
              </a:ext>
            </a:extLst>
          </p:cNvPr>
          <p:cNvSpPr>
            <a:spLocks xmlns:a="http://schemas.openxmlformats.org/drawingml/2006/main" noGrp="1"/>
          </p:cNvSpPr>
          <p:nvPr/>
        </p:nvSpPr>
        <p:spPr>
          <a:xfrm xmlns:a="http://schemas.openxmlformats.org/drawingml/2006/main">
            <a:off x="6096000" y="4810125"/>
            <a:ext cx="542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466163"/>
                </a:solidFill>
                <a:latin typeface="Arial"/>
                <a:ea typeface="Arial"/>
                <a:cs typeface="Arial"/>
              </a:defRPr>
            </a:defPPr>
            <a:lvl1pPr>
              <a:defRPr sz="1875" b="0">
                <a:solidFill>
                  <a:srgbClr val="466163"/>
                </a:solidFill>
                <a:latin typeface="Arial"/>
                <a:ea typeface="Arial"/>
                <a:cs typeface="Arial"/>
              </a:defRPr>
            </a:lvl1pPr>
            <a:lvl2pPr>
              <a:defRPr sz="1875" b="0">
                <a:solidFill>
                  <a:srgbClr val="466163"/>
                </a:solidFill>
                <a:latin typeface="Arial"/>
                <a:ea typeface="Arial"/>
                <a:cs typeface="Arial"/>
              </a:defRPr>
            </a:lvl2pPr>
            <a:lvl3pPr>
              <a:defRPr sz="1875" b="0">
                <a:solidFill>
                  <a:srgbClr val="466163"/>
                </a:solidFill>
                <a:latin typeface="Arial"/>
                <a:ea typeface="Arial"/>
                <a:cs typeface="Arial"/>
              </a:defRPr>
            </a:lvl3pPr>
            <a:lvl4pPr>
              <a:defRPr sz="1875" b="0">
                <a:solidFill>
                  <a:srgbClr val="466163"/>
                </a:solidFill>
                <a:latin typeface="Arial"/>
                <a:ea typeface="Arial"/>
                <a:cs typeface="Arial"/>
              </a:defRPr>
            </a:lvl4pPr>
            <a:lvl5pPr>
              <a:defRPr sz="1875" b="0">
                <a:solidFill>
                  <a:srgbClr val="466163"/>
                </a:solidFill>
                <a:latin typeface="Arial"/>
                <a:ea typeface="Arial"/>
                <a:cs typeface="Arial"/>
              </a:defRPr>
            </a:lvl5pPr>
            <a:lvl6pPr>
              <a:defRPr sz="1875" b="0">
                <a:solidFill>
                  <a:srgbClr val="466163"/>
                </a:solidFill>
                <a:latin typeface="Arial"/>
                <a:ea typeface="Arial"/>
                <a:cs typeface="Arial"/>
              </a:defRPr>
            </a:lvl6pPr>
            <a:lvl7pPr>
              <a:defRPr sz="1875" b="0">
                <a:solidFill>
                  <a:srgbClr val="466163"/>
                </a:solidFill>
                <a:latin typeface="Arial"/>
                <a:ea typeface="Arial"/>
                <a:cs typeface="Arial"/>
              </a:defRPr>
            </a:lvl7pPr>
            <a:lvl8pPr>
              <a:defRPr sz="1875" b="0">
                <a:solidFill>
                  <a:srgbClr val="466163"/>
                </a:solidFill>
                <a:latin typeface="Arial"/>
                <a:ea typeface="Arial"/>
                <a:cs typeface="Arial"/>
              </a:defRPr>
            </a:lvl8pPr>
            <a:lvl9pPr>
              <a:defRPr sz="1875" b="0">
                <a:solidFill>
                  <a:srgbClr val="466163"/>
                </a:solidFill>
                <a:latin typeface="Arial"/>
                <a:ea typeface="Arial"/>
                <a:cs typeface="Arial"/>
              </a:defRPr>
            </a:lvl9pPr>
          </a:lstStyle>
          <a:p xmlns:a="http://schemas.openxmlformats.org/drawingml/2006/main">
            <a:pPr>
              <a:defRPr sz="1875" b="0">
                <a:solidFill>
                  <a:srgbClr val="466163"/>
                </a:solidFill>
                <a:latin typeface="Arial"/>
                <a:ea typeface="Arial"/>
                <a:cs typeface="Arial"/>
              </a:defRPr>
            </a:pPr>
            <a:r>
              <a:rPr sz="1875" b="0">
                <a:solidFill>
                  <a:srgbClr val="466163"/>
                </a:solidFill>
                <a:latin typeface="Arial"/>
                <a:ea typeface="Arial"/>
                <a:cs typeface="Arial"/>
              </a:rPr>
              <a:t>We share completed work, remaining tasks, and next priorities.</a:t>
            </a:r>
          </a:p>
        </p:txBody>
      </p:sp>
    </p:spTree>
    <p:extLst>
      <p:ext uri="{BB962C8B-B14F-4D97-AF65-F5344CB8AC3E}">
        <p14:creationId xmlns:p14="http://schemas.microsoft.com/office/powerpoint/2010/main" val="1125179074"/>
      </p:ext>
    </p:extLst>
  </p:cSld>
</p:sld>
</file>

<file path=ppt/slides/slide8.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14" name="text-57">
            <a:extLst xmlns:a="http://schemas.openxmlformats.org/drawingml/2006/main">
              <a:ext uri="{FF2B5EF4-FFF2-40B4-BE49-F238E27FC236}">
                <a16:creationId xmlns:a16="http://schemas.microsoft.com/office/drawing/2014/main" id="{0CC88752-1DC4-432D-A6A8-A8F903A33FE6}"/>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A three-month trial</a:t>
            </a:r>
          </a:p>
        </p:txBody>
      </p:sp>
      <p:sp>
        <p:nvSpPr>
          <p:cNvPr id="2" name="text-58">
            <a:extLst xmlns:a="http://schemas.openxmlformats.org/drawingml/2006/main">
              <a:ext uri="{FF2B5EF4-FFF2-40B4-BE49-F238E27FC236}">
                <a16:creationId xmlns:a16="http://schemas.microsoft.com/office/drawing/2014/main" id="{05098893-9FA8-41F3-B019-51C778A6223E}"/>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59">
            <a:extLst xmlns:a="http://schemas.openxmlformats.org/drawingml/2006/main">
              <a:ext uri="{FF2B5EF4-FFF2-40B4-BE49-F238E27FC236}">
                <a16:creationId xmlns:a16="http://schemas.microsoft.com/office/drawing/2014/main" id="{CDEF7DEF-DB69-4443-AD8F-C53C632E1142}"/>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08</a:t>
            </a:r>
          </a:p>
        </p:txBody>
      </p:sp>
      <p:sp>
        <p:nvSpPr>
          <p:cNvPr id="4" name="text-60">
            <a:extLst xmlns:a="http://schemas.openxmlformats.org/drawingml/2006/main">
              <a:ext uri="{FF2B5EF4-FFF2-40B4-BE49-F238E27FC236}">
                <a16:creationId xmlns:a16="http://schemas.microsoft.com/office/drawing/2014/main" id="{D0B7F1C1-5A3A-496B-9B3A-5998CF11D656}"/>
              </a:ext>
            </a:extLst>
          </p:cNvPr>
          <p:cNvSpPr>
            <a:spLocks xmlns:a="http://schemas.openxmlformats.org/drawingml/2006/main" noGrp="1"/>
          </p:cNvSpPr>
          <p:nvPr/>
        </p:nvSpPr>
        <p:spPr>
          <a:xfrm xmlns:a="http://schemas.openxmlformats.org/drawingml/2006/main">
            <a:off x="666750" y="20002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67577"/>
                </a:solidFill>
                <a:latin typeface="Arial"/>
                <a:ea typeface="Arial"/>
                <a:cs typeface="Arial"/>
              </a:defRPr>
            </a:defPPr>
            <a:lvl1pPr>
              <a:defRPr sz="2250" b="1">
                <a:solidFill>
                  <a:srgbClr val="367577"/>
                </a:solidFill>
                <a:latin typeface="Arial"/>
                <a:ea typeface="Arial"/>
                <a:cs typeface="Arial"/>
              </a:defRPr>
            </a:lvl1pPr>
            <a:lvl2pPr>
              <a:defRPr sz="2250" b="1">
                <a:solidFill>
                  <a:srgbClr val="367577"/>
                </a:solidFill>
                <a:latin typeface="Arial"/>
                <a:ea typeface="Arial"/>
                <a:cs typeface="Arial"/>
              </a:defRPr>
            </a:lvl2pPr>
            <a:lvl3pPr>
              <a:defRPr sz="2250" b="1">
                <a:solidFill>
                  <a:srgbClr val="367577"/>
                </a:solidFill>
                <a:latin typeface="Arial"/>
                <a:ea typeface="Arial"/>
                <a:cs typeface="Arial"/>
              </a:defRPr>
            </a:lvl3pPr>
            <a:lvl4pPr>
              <a:defRPr sz="2250" b="1">
                <a:solidFill>
                  <a:srgbClr val="367577"/>
                </a:solidFill>
                <a:latin typeface="Arial"/>
                <a:ea typeface="Arial"/>
                <a:cs typeface="Arial"/>
              </a:defRPr>
            </a:lvl4pPr>
            <a:lvl5pPr>
              <a:defRPr sz="2250" b="1">
                <a:solidFill>
                  <a:srgbClr val="367577"/>
                </a:solidFill>
                <a:latin typeface="Arial"/>
                <a:ea typeface="Arial"/>
                <a:cs typeface="Arial"/>
              </a:defRPr>
            </a:lvl5pPr>
            <a:lvl6pPr>
              <a:defRPr sz="2250" b="1">
                <a:solidFill>
                  <a:srgbClr val="367577"/>
                </a:solidFill>
                <a:latin typeface="Arial"/>
                <a:ea typeface="Arial"/>
                <a:cs typeface="Arial"/>
              </a:defRPr>
            </a:lvl6pPr>
            <a:lvl7pPr>
              <a:defRPr sz="2250" b="1">
                <a:solidFill>
                  <a:srgbClr val="367577"/>
                </a:solidFill>
                <a:latin typeface="Arial"/>
                <a:ea typeface="Arial"/>
                <a:cs typeface="Arial"/>
              </a:defRPr>
            </a:lvl7pPr>
            <a:lvl8pPr>
              <a:defRPr sz="2250" b="1">
                <a:solidFill>
                  <a:srgbClr val="367577"/>
                </a:solidFill>
                <a:latin typeface="Arial"/>
                <a:ea typeface="Arial"/>
                <a:cs typeface="Arial"/>
              </a:defRPr>
            </a:lvl8pPr>
            <a:lvl9pPr>
              <a:defRPr sz="2250" b="1">
                <a:solidFill>
                  <a:srgbClr val="367577"/>
                </a:solidFill>
                <a:latin typeface="Arial"/>
                <a:ea typeface="Arial"/>
                <a:cs typeface="Arial"/>
              </a:defRPr>
            </a:lvl9pPr>
          </a:lstStyle>
          <a:p xmlns:a="http://schemas.openxmlformats.org/drawingml/2006/main">
            <a:pPr>
              <a:defRPr sz="2250" b="1">
                <a:solidFill>
                  <a:srgbClr val="367577"/>
                </a:solidFill>
                <a:latin typeface="Arial"/>
                <a:ea typeface="Arial"/>
                <a:cs typeface="Arial"/>
              </a:defRPr>
            </a:pPr>
            <a:r>
              <a:rPr sz="2250" b="1">
                <a:solidFill>
                  <a:srgbClr val="367577"/>
                </a:solidFill>
                <a:latin typeface="Arial"/>
                <a:ea typeface="Arial"/>
                <a:cs typeface="Arial"/>
              </a:rPr>
              <a:t>Month 1</a:t>
            </a:r>
          </a:p>
        </p:txBody>
      </p:sp>
      <p:sp>
        <p:nvSpPr>
          <p:cNvPr id="5" name="text-61">
            <a:extLst xmlns:a="http://schemas.openxmlformats.org/drawingml/2006/main">
              <a:ext uri="{FF2B5EF4-FFF2-40B4-BE49-F238E27FC236}">
                <a16:creationId xmlns:a16="http://schemas.microsoft.com/office/drawing/2014/main" id="{0138EBA9-BABD-4957-93E9-CC8AC54C42B6}"/>
              </a:ext>
            </a:extLst>
          </p:cNvPr>
          <p:cNvSpPr>
            <a:spLocks xmlns:a="http://schemas.openxmlformats.org/drawingml/2006/main" noGrp="1"/>
          </p:cNvSpPr>
          <p:nvPr/>
        </p:nvSpPr>
        <p:spPr>
          <a:xfrm xmlns:a="http://schemas.openxmlformats.org/drawingml/2006/main">
            <a:off x="666750" y="29051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3D40"/>
                </a:solidFill>
                <a:latin typeface="Arial"/>
                <a:ea typeface="Arial"/>
                <a:cs typeface="Arial"/>
              </a:defRPr>
            </a:defPPr>
            <a:lvl1pPr>
              <a:defRPr sz="2550" b="1">
                <a:solidFill>
                  <a:srgbClr val="173D40"/>
                </a:solidFill>
                <a:latin typeface="Arial"/>
                <a:ea typeface="Arial"/>
                <a:cs typeface="Arial"/>
              </a:defRPr>
            </a:lvl1pPr>
            <a:lvl2pPr>
              <a:defRPr sz="2550" b="1">
                <a:solidFill>
                  <a:srgbClr val="173D40"/>
                </a:solidFill>
                <a:latin typeface="Arial"/>
                <a:ea typeface="Arial"/>
                <a:cs typeface="Arial"/>
              </a:defRPr>
            </a:lvl2pPr>
            <a:lvl3pPr>
              <a:defRPr sz="2550" b="1">
                <a:solidFill>
                  <a:srgbClr val="173D40"/>
                </a:solidFill>
                <a:latin typeface="Arial"/>
                <a:ea typeface="Arial"/>
                <a:cs typeface="Arial"/>
              </a:defRPr>
            </a:lvl3pPr>
            <a:lvl4pPr>
              <a:defRPr sz="2550" b="1">
                <a:solidFill>
                  <a:srgbClr val="173D40"/>
                </a:solidFill>
                <a:latin typeface="Arial"/>
                <a:ea typeface="Arial"/>
                <a:cs typeface="Arial"/>
              </a:defRPr>
            </a:lvl4pPr>
            <a:lvl5pPr>
              <a:defRPr sz="2550" b="1">
                <a:solidFill>
                  <a:srgbClr val="173D40"/>
                </a:solidFill>
                <a:latin typeface="Arial"/>
                <a:ea typeface="Arial"/>
                <a:cs typeface="Arial"/>
              </a:defRPr>
            </a:lvl5pPr>
            <a:lvl6pPr>
              <a:defRPr sz="2550" b="1">
                <a:solidFill>
                  <a:srgbClr val="173D40"/>
                </a:solidFill>
                <a:latin typeface="Arial"/>
                <a:ea typeface="Arial"/>
                <a:cs typeface="Arial"/>
              </a:defRPr>
            </a:lvl6pPr>
            <a:lvl7pPr>
              <a:defRPr sz="2550" b="1">
                <a:solidFill>
                  <a:srgbClr val="173D40"/>
                </a:solidFill>
                <a:latin typeface="Arial"/>
                <a:ea typeface="Arial"/>
                <a:cs typeface="Arial"/>
              </a:defRPr>
            </a:lvl7pPr>
            <a:lvl8pPr>
              <a:defRPr sz="2550" b="1">
                <a:solidFill>
                  <a:srgbClr val="173D40"/>
                </a:solidFill>
                <a:latin typeface="Arial"/>
                <a:ea typeface="Arial"/>
                <a:cs typeface="Arial"/>
              </a:defRPr>
            </a:lvl8pPr>
            <a:lvl9pPr>
              <a:defRPr sz="2550" b="1">
                <a:solidFill>
                  <a:srgbClr val="173D40"/>
                </a:solidFill>
                <a:latin typeface="Arial"/>
                <a:ea typeface="Arial"/>
                <a:cs typeface="Arial"/>
              </a:defRPr>
            </a:lvl9pPr>
          </a:lstStyle>
          <a:p xmlns:a="http://schemas.openxmlformats.org/drawingml/2006/main">
            <a:pPr>
              <a:defRPr sz="2550" b="1">
                <a:solidFill>
                  <a:srgbClr val="173D40"/>
                </a:solidFill>
                <a:latin typeface="Arial"/>
                <a:ea typeface="Arial"/>
                <a:cs typeface="Arial"/>
              </a:defRPr>
            </a:pPr>
            <a:r>
              <a:rPr sz="2550" b="1">
                <a:solidFill>
                  <a:srgbClr val="173D40"/>
                </a:solidFill>
                <a:latin typeface="Arial"/>
                <a:ea typeface="Arial"/>
                <a:cs typeface="Arial"/>
              </a:rPr>
              <a:t>Set up the routine</a:t>
            </a:r>
          </a:p>
        </p:txBody>
      </p:sp>
      <p:sp>
        <p:nvSpPr>
          <p:cNvPr id="6" name="text-62">
            <a:extLst xmlns:a="http://schemas.openxmlformats.org/drawingml/2006/main">
              <a:ext uri="{FF2B5EF4-FFF2-40B4-BE49-F238E27FC236}">
                <a16:creationId xmlns:a16="http://schemas.microsoft.com/office/drawing/2014/main" id="{771E1AB6-7BF7-404A-B397-E525B420B361}"/>
              </a:ext>
            </a:extLst>
          </p:cNvPr>
          <p:cNvSpPr>
            <a:spLocks xmlns:a="http://schemas.openxmlformats.org/drawingml/2006/main" noGrp="1"/>
          </p:cNvSpPr>
          <p:nvPr/>
        </p:nvSpPr>
        <p:spPr>
          <a:xfrm xmlns:a="http://schemas.openxmlformats.org/drawingml/2006/main">
            <a:off x="666750" y="4095750"/>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466163"/>
                </a:solidFill>
                <a:latin typeface="Arial"/>
                <a:ea typeface="Arial"/>
                <a:cs typeface="Arial"/>
              </a:defRPr>
            </a:defPPr>
            <a:lvl1pPr>
              <a:defRPr sz="1950" b="0">
                <a:solidFill>
                  <a:srgbClr val="466163"/>
                </a:solidFill>
                <a:latin typeface="Arial"/>
                <a:ea typeface="Arial"/>
                <a:cs typeface="Arial"/>
              </a:defRPr>
            </a:lvl1pPr>
            <a:lvl2pPr>
              <a:defRPr sz="1950" b="0">
                <a:solidFill>
                  <a:srgbClr val="466163"/>
                </a:solidFill>
                <a:latin typeface="Arial"/>
                <a:ea typeface="Arial"/>
                <a:cs typeface="Arial"/>
              </a:defRPr>
            </a:lvl2pPr>
            <a:lvl3pPr>
              <a:defRPr sz="1950" b="0">
                <a:solidFill>
                  <a:srgbClr val="466163"/>
                </a:solidFill>
                <a:latin typeface="Arial"/>
                <a:ea typeface="Arial"/>
                <a:cs typeface="Arial"/>
              </a:defRPr>
            </a:lvl3pPr>
            <a:lvl4pPr>
              <a:defRPr sz="1950" b="0">
                <a:solidFill>
                  <a:srgbClr val="466163"/>
                </a:solidFill>
                <a:latin typeface="Arial"/>
                <a:ea typeface="Arial"/>
                <a:cs typeface="Arial"/>
              </a:defRPr>
            </a:lvl4pPr>
            <a:lvl5pPr>
              <a:defRPr sz="1950" b="0">
                <a:solidFill>
                  <a:srgbClr val="466163"/>
                </a:solidFill>
                <a:latin typeface="Arial"/>
                <a:ea typeface="Arial"/>
                <a:cs typeface="Arial"/>
              </a:defRPr>
            </a:lvl5pPr>
            <a:lvl6pPr>
              <a:defRPr sz="1950" b="0">
                <a:solidFill>
                  <a:srgbClr val="466163"/>
                </a:solidFill>
                <a:latin typeface="Arial"/>
                <a:ea typeface="Arial"/>
                <a:cs typeface="Arial"/>
              </a:defRPr>
            </a:lvl6pPr>
            <a:lvl7pPr>
              <a:defRPr sz="1950" b="0">
                <a:solidFill>
                  <a:srgbClr val="466163"/>
                </a:solidFill>
                <a:latin typeface="Arial"/>
                <a:ea typeface="Arial"/>
                <a:cs typeface="Arial"/>
              </a:defRPr>
            </a:lvl7pPr>
            <a:lvl8pPr>
              <a:defRPr sz="1950" b="0">
                <a:solidFill>
                  <a:srgbClr val="466163"/>
                </a:solidFill>
                <a:latin typeface="Arial"/>
                <a:ea typeface="Arial"/>
                <a:cs typeface="Arial"/>
              </a:defRPr>
            </a:lvl8pPr>
            <a:lvl9pPr>
              <a:defRPr sz="1950" b="0">
                <a:solidFill>
                  <a:srgbClr val="466163"/>
                </a:solidFill>
                <a:latin typeface="Arial"/>
                <a:ea typeface="Arial"/>
                <a:cs typeface="Arial"/>
              </a:defRPr>
            </a:lvl9pPr>
          </a:lstStyle>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Choose two recurring tasks.</a:t>
            </a:r>
          </a:p>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Agree templates, access, and approvals.</a:t>
            </a:r>
          </a:p>
        </p:txBody>
      </p:sp>
      <p:sp>
        <p:nvSpPr>
          <p:cNvPr id="7" name="text-63">
            <a:extLst xmlns:a="http://schemas.openxmlformats.org/drawingml/2006/main">
              <a:ext uri="{FF2B5EF4-FFF2-40B4-BE49-F238E27FC236}">
                <a16:creationId xmlns:a16="http://schemas.microsoft.com/office/drawing/2014/main" id="{0D2BCAB6-C0C4-4C4C-B358-54256B0A1BAB}"/>
              </a:ext>
            </a:extLst>
          </p:cNvPr>
          <p:cNvSpPr>
            <a:spLocks xmlns:a="http://schemas.openxmlformats.org/drawingml/2006/main" noGrp="1"/>
          </p:cNvSpPr>
          <p:nvPr/>
        </p:nvSpPr>
        <p:spPr>
          <a:xfrm xmlns:a="http://schemas.openxmlformats.org/drawingml/2006/main">
            <a:off x="4381500" y="20002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67577"/>
                </a:solidFill>
                <a:latin typeface="Arial"/>
                <a:ea typeface="Arial"/>
                <a:cs typeface="Arial"/>
              </a:defRPr>
            </a:defPPr>
            <a:lvl1pPr>
              <a:defRPr sz="2250" b="1">
                <a:solidFill>
                  <a:srgbClr val="367577"/>
                </a:solidFill>
                <a:latin typeface="Arial"/>
                <a:ea typeface="Arial"/>
                <a:cs typeface="Arial"/>
              </a:defRPr>
            </a:lvl1pPr>
            <a:lvl2pPr>
              <a:defRPr sz="2250" b="1">
                <a:solidFill>
                  <a:srgbClr val="367577"/>
                </a:solidFill>
                <a:latin typeface="Arial"/>
                <a:ea typeface="Arial"/>
                <a:cs typeface="Arial"/>
              </a:defRPr>
            </a:lvl2pPr>
            <a:lvl3pPr>
              <a:defRPr sz="2250" b="1">
                <a:solidFill>
                  <a:srgbClr val="367577"/>
                </a:solidFill>
                <a:latin typeface="Arial"/>
                <a:ea typeface="Arial"/>
                <a:cs typeface="Arial"/>
              </a:defRPr>
            </a:lvl3pPr>
            <a:lvl4pPr>
              <a:defRPr sz="2250" b="1">
                <a:solidFill>
                  <a:srgbClr val="367577"/>
                </a:solidFill>
                <a:latin typeface="Arial"/>
                <a:ea typeface="Arial"/>
                <a:cs typeface="Arial"/>
              </a:defRPr>
            </a:lvl4pPr>
            <a:lvl5pPr>
              <a:defRPr sz="2250" b="1">
                <a:solidFill>
                  <a:srgbClr val="367577"/>
                </a:solidFill>
                <a:latin typeface="Arial"/>
                <a:ea typeface="Arial"/>
                <a:cs typeface="Arial"/>
              </a:defRPr>
            </a:lvl5pPr>
            <a:lvl6pPr>
              <a:defRPr sz="2250" b="1">
                <a:solidFill>
                  <a:srgbClr val="367577"/>
                </a:solidFill>
                <a:latin typeface="Arial"/>
                <a:ea typeface="Arial"/>
                <a:cs typeface="Arial"/>
              </a:defRPr>
            </a:lvl6pPr>
            <a:lvl7pPr>
              <a:defRPr sz="2250" b="1">
                <a:solidFill>
                  <a:srgbClr val="367577"/>
                </a:solidFill>
                <a:latin typeface="Arial"/>
                <a:ea typeface="Arial"/>
                <a:cs typeface="Arial"/>
              </a:defRPr>
            </a:lvl7pPr>
            <a:lvl8pPr>
              <a:defRPr sz="2250" b="1">
                <a:solidFill>
                  <a:srgbClr val="367577"/>
                </a:solidFill>
                <a:latin typeface="Arial"/>
                <a:ea typeface="Arial"/>
                <a:cs typeface="Arial"/>
              </a:defRPr>
            </a:lvl8pPr>
            <a:lvl9pPr>
              <a:defRPr sz="2250" b="1">
                <a:solidFill>
                  <a:srgbClr val="367577"/>
                </a:solidFill>
                <a:latin typeface="Arial"/>
                <a:ea typeface="Arial"/>
                <a:cs typeface="Arial"/>
              </a:defRPr>
            </a:lvl9pPr>
          </a:lstStyle>
          <a:p xmlns:a="http://schemas.openxmlformats.org/drawingml/2006/main">
            <a:pPr>
              <a:defRPr sz="2250" b="1">
                <a:solidFill>
                  <a:srgbClr val="367577"/>
                </a:solidFill>
                <a:latin typeface="Arial"/>
                <a:ea typeface="Arial"/>
                <a:cs typeface="Arial"/>
              </a:defRPr>
            </a:pPr>
            <a:r>
              <a:rPr sz="2250" b="1">
                <a:solidFill>
                  <a:srgbClr val="367577"/>
                </a:solidFill>
                <a:latin typeface="Arial"/>
                <a:ea typeface="Arial"/>
                <a:cs typeface="Arial"/>
              </a:rPr>
              <a:t>Month 2</a:t>
            </a:r>
          </a:p>
        </p:txBody>
      </p:sp>
      <p:sp>
        <p:nvSpPr>
          <p:cNvPr id="8" name="text-64">
            <a:extLst xmlns:a="http://schemas.openxmlformats.org/drawingml/2006/main">
              <a:ext uri="{FF2B5EF4-FFF2-40B4-BE49-F238E27FC236}">
                <a16:creationId xmlns:a16="http://schemas.microsoft.com/office/drawing/2014/main" id="{CCBFBEB2-1ECA-4BDA-B6EE-2415ED3EEACF}"/>
              </a:ext>
            </a:extLst>
          </p:cNvPr>
          <p:cNvSpPr>
            <a:spLocks xmlns:a="http://schemas.openxmlformats.org/drawingml/2006/main" noGrp="1"/>
          </p:cNvSpPr>
          <p:nvPr/>
        </p:nvSpPr>
        <p:spPr>
          <a:xfrm xmlns:a="http://schemas.openxmlformats.org/drawingml/2006/main">
            <a:off x="4381500" y="29051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3D40"/>
                </a:solidFill>
                <a:latin typeface="Arial"/>
                <a:ea typeface="Arial"/>
                <a:cs typeface="Arial"/>
              </a:defRPr>
            </a:defPPr>
            <a:lvl1pPr>
              <a:defRPr sz="2550" b="1">
                <a:solidFill>
                  <a:srgbClr val="173D40"/>
                </a:solidFill>
                <a:latin typeface="Arial"/>
                <a:ea typeface="Arial"/>
                <a:cs typeface="Arial"/>
              </a:defRPr>
            </a:lvl1pPr>
            <a:lvl2pPr>
              <a:defRPr sz="2550" b="1">
                <a:solidFill>
                  <a:srgbClr val="173D40"/>
                </a:solidFill>
                <a:latin typeface="Arial"/>
                <a:ea typeface="Arial"/>
                <a:cs typeface="Arial"/>
              </a:defRPr>
            </a:lvl2pPr>
            <a:lvl3pPr>
              <a:defRPr sz="2550" b="1">
                <a:solidFill>
                  <a:srgbClr val="173D40"/>
                </a:solidFill>
                <a:latin typeface="Arial"/>
                <a:ea typeface="Arial"/>
                <a:cs typeface="Arial"/>
              </a:defRPr>
            </a:lvl3pPr>
            <a:lvl4pPr>
              <a:defRPr sz="2550" b="1">
                <a:solidFill>
                  <a:srgbClr val="173D40"/>
                </a:solidFill>
                <a:latin typeface="Arial"/>
                <a:ea typeface="Arial"/>
                <a:cs typeface="Arial"/>
              </a:defRPr>
            </a:lvl4pPr>
            <a:lvl5pPr>
              <a:defRPr sz="2550" b="1">
                <a:solidFill>
                  <a:srgbClr val="173D40"/>
                </a:solidFill>
                <a:latin typeface="Arial"/>
                <a:ea typeface="Arial"/>
                <a:cs typeface="Arial"/>
              </a:defRPr>
            </a:lvl5pPr>
            <a:lvl6pPr>
              <a:defRPr sz="2550" b="1">
                <a:solidFill>
                  <a:srgbClr val="173D40"/>
                </a:solidFill>
                <a:latin typeface="Arial"/>
                <a:ea typeface="Arial"/>
                <a:cs typeface="Arial"/>
              </a:defRPr>
            </a:lvl6pPr>
            <a:lvl7pPr>
              <a:defRPr sz="2550" b="1">
                <a:solidFill>
                  <a:srgbClr val="173D40"/>
                </a:solidFill>
                <a:latin typeface="Arial"/>
                <a:ea typeface="Arial"/>
                <a:cs typeface="Arial"/>
              </a:defRPr>
            </a:lvl7pPr>
            <a:lvl8pPr>
              <a:defRPr sz="2550" b="1">
                <a:solidFill>
                  <a:srgbClr val="173D40"/>
                </a:solidFill>
                <a:latin typeface="Arial"/>
                <a:ea typeface="Arial"/>
                <a:cs typeface="Arial"/>
              </a:defRPr>
            </a:lvl8pPr>
            <a:lvl9pPr>
              <a:defRPr sz="2550" b="1">
                <a:solidFill>
                  <a:srgbClr val="173D40"/>
                </a:solidFill>
                <a:latin typeface="Arial"/>
                <a:ea typeface="Arial"/>
                <a:cs typeface="Arial"/>
              </a:defRPr>
            </a:lvl9pPr>
          </a:lstStyle>
          <a:p xmlns:a="http://schemas.openxmlformats.org/drawingml/2006/main">
            <a:pPr>
              <a:defRPr sz="2550" b="1">
                <a:solidFill>
                  <a:srgbClr val="173D40"/>
                </a:solidFill>
                <a:latin typeface="Arial"/>
                <a:ea typeface="Arial"/>
                <a:cs typeface="Arial"/>
              </a:defRPr>
            </a:pPr>
            <a:r>
              <a:rPr sz="2550" b="1">
                <a:solidFill>
                  <a:srgbClr val="173D40"/>
                </a:solidFill>
                <a:latin typeface="Arial"/>
                <a:ea typeface="Arial"/>
                <a:cs typeface="Arial"/>
              </a:rPr>
              <a:t>Use the workflow</a:t>
            </a:r>
          </a:p>
        </p:txBody>
      </p:sp>
      <p:sp>
        <p:nvSpPr>
          <p:cNvPr id="9" name="text-65">
            <a:extLst xmlns:a="http://schemas.openxmlformats.org/drawingml/2006/main">
              <a:ext uri="{FF2B5EF4-FFF2-40B4-BE49-F238E27FC236}">
                <a16:creationId xmlns:a16="http://schemas.microsoft.com/office/drawing/2014/main" id="{D131F103-0FBE-41A8-B55A-36CBDA89A2C3}"/>
              </a:ext>
            </a:extLst>
          </p:cNvPr>
          <p:cNvSpPr>
            <a:spLocks xmlns:a="http://schemas.openxmlformats.org/drawingml/2006/main" noGrp="1"/>
          </p:cNvSpPr>
          <p:nvPr/>
        </p:nvSpPr>
        <p:spPr>
          <a:xfrm xmlns:a="http://schemas.openxmlformats.org/drawingml/2006/main">
            <a:off x="4381500" y="4095750"/>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466163"/>
                </a:solidFill>
                <a:latin typeface="Arial"/>
                <a:ea typeface="Arial"/>
                <a:cs typeface="Arial"/>
              </a:defRPr>
            </a:defPPr>
            <a:lvl1pPr>
              <a:defRPr sz="1950" b="0">
                <a:solidFill>
                  <a:srgbClr val="466163"/>
                </a:solidFill>
                <a:latin typeface="Arial"/>
                <a:ea typeface="Arial"/>
                <a:cs typeface="Arial"/>
              </a:defRPr>
            </a:lvl1pPr>
            <a:lvl2pPr>
              <a:defRPr sz="1950" b="0">
                <a:solidFill>
                  <a:srgbClr val="466163"/>
                </a:solidFill>
                <a:latin typeface="Arial"/>
                <a:ea typeface="Arial"/>
                <a:cs typeface="Arial"/>
              </a:defRPr>
            </a:lvl2pPr>
            <a:lvl3pPr>
              <a:defRPr sz="1950" b="0">
                <a:solidFill>
                  <a:srgbClr val="466163"/>
                </a:solidFill>
                <a:latin typeface="Arial"/>
                <a:ea typeface="Arial"/>
                <a:cs typeface="Arial"/>
              </a:defRPr>
            </a:lvl3pPr>
            <a:lvl4pPr>
              <a:defRPr sz="1950" b="0">
                <a:solidFill>
                  <a:srgbClr val="466163"/>
                </a:solidFill>
                <a:latin typeface="Arial"/>
                <a:ea typeface="Arial"/>
                <a:cs typeface="Arial"/>
              </a:defRPr>
            </a:lvl4pPr>
            <a:lvl5pPr>
              <a:defRPr sz="1950" b="0">
                <a:solidFill>
                  <a:srgbClr val="466163"/>
                </a:solidFill>
                <a:latin typeface="Arial"/>
                <a:ea typeface="Arial"/>
                <a:cs typeface="Arial"/>
              </a:defRPr>
            </a:lvl5pPr>
            <a:lvl6pPr>
              <a:defRPr sz="1950" b="0">
                <a:solidFill>
                  <a:srgbClr val="466163"/>
                </a:solidFill>
                <a:latin typeface="Arial"/>
                <a:ea typeface="Arial"/>
                <a:cs typeface="Arial"/>
              </a:defRPr>
            </a:lvl6pPr>
            <a:lvl7pPr>
              <a:defRPr sz="1950" b="0">
                <a:solidFill>
                  <a:srgbClr val="466163"/>
                </a:solidFill>
                <a:latin typeface="Arial"/>
                <a:ea typeface="Arial"/>
                <a:cs typeface="Arial"/>
              </a:defRPr>
            </a:lvl7pPr>
            <a:lvl8pPr>
              <a:defRPr sz="1950" b="0">
                <a:solidFill>
                  <a:srgbClr val="466163"/>
                </a:solidFill>
                <a:latin typeface="Arial"/>
                <a:ea typeface="Arial"/>
                <a:cs typeface="Arial"/>
              </a:defRPr>
            </a:lvl8pPr>
            <a:lvl9pPr>
              <a:defRPr sz="1950" b="0">
                <a:solidFill>
                  <a:srgbClr val="466163"/>
                </a:solidFill>
                <a:latin typeface="Arial"/>
                <a:ea typeface="Arial"/>
                <a:cs typeface="Arial"/>
              </a:defRPr>
            </a:lvl9pPr>
          </a:lstStyle>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Complete the agreed priorities.</a:t>
            </a:r>
          </a:p>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Review time used and revision effort.</a:t>
            </a:r>
          </a:p>
        </p:txBody>
      </p:sp>
      <p:sp>
        <p:nvSpPr>
          <p:cNvPr id="10" name="text-66">
            <a:extLst xmlns:a="http://schemas.openxmlformats.org/drawingml/2006/main">
              <a:ext uri="{FF2B5EF4-FFF2-40B4-BE49-F238E27FC236}">
                <a16:creationId xmlns:a16="http://schemas.microsoft.com/office/drawing/2014/main" id="{5AD41CB8-A29A-447B-B458-CA8EEB3966FE}"/>
              </a:ext>
            </a:extLst>
          </p:cNvPr>
          <p:cNvSpPr>
            <a:spLocks xmlns:a="http://schemas.openxmlformats.org/drawingml/2006/main" noGrp="1"/>
          </p:cNvSpPr>
          <p:nvPr/>
        </p:nvSpPr>
        <p:spPr>
          <a:xfrm xmlns:a="http://schemas.openxmlformats.org/drawingml/2006/main">
            <a:off x="8096250" y="20002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67577"/>
                </a:solidFill>
                <a:latin typeface="Arial"/>
                <a:ea typeface="Arial"/>
                <a:cs typeface="Arial"/>
              </a:defRPr>
            </a:defPPr>
            <a:lvl1pPr>
              <a:defRPr sz="2250" b="1">
                <a:solidFill>
                  <a:srgbClr val="367577"/>
                </a:solidFill>
                <a:latin typeface="Arial"/>
                <a:ea typeface="Arial"/>
                <a:cs typeface="Arial"/>
              </a:defRPr>
            </a:lvl1pPr>
            <a:lvl2pPr>
              <a:defRPr sz="2250" b="1">
                <a:solidFill>
                  <a:srgbClr val="367577"/>
                </a:solidFill>
                <a:latin typeface="Arial"/>
                <a:ea typeface="Arial"/>
                <a:cs typeface="Arial"/>
              </a:defRPr>
            </a:lvl2pPr>
            <a:lvl3pPr>
              <a:defRPr sz="2250" b="1">
                <a:solidFill>
                  <a:srgbClr val="367577"/>
                </a:solidFill>
                <a:latin typeface="Arial"/>
                <a:ea typeface="Arial"/>
                <a:cs typeface="Arial"/>
              </a:defRPr>
            </a:lvl3pPr>
            <a:lvl4pPr>
              <a:defRPr sz="2250" b="1">
                <a:solidFill>
                  <a:srgbClr val="367577"/>
                </a:solidFill>
                <a:latin typeface="Arial"/>
                <a:ea typeface="Arial"/>
                <a:cs typeface="Arial"/>
              </a:defRPr>
            </a:lvl4pPr>
            <a:lvl5pPr>
              <a:defRPr sz="2250" b="1">
                <a:solidFill>
                  <a:srgbClr val="367577"/>
                </a:solidFill>
                <a:latin typeface="Arial"/>
                <a:ea typeface="Arial"/>
                <a:cs typeface="Arial"/>
              </a:defRPr>
            </a:lvl5pPr>
            <a:lvl6pPr>
              <a:defRPr sz="2250" b="1">
                <a:solidFill>
                  <a:srgbClr val="367577"/>
                </a:solidFill>
                <a:latin typeface="Arial"/>
                <a:ea typeface="Arial"/>
                <a:cs typeface="Arial"/>
              </a:defRPr>
            </a:lvl6pPr>
            <a:lvl7pPr>
              <a:defRPr sz="2250" b="1">
                <a:solidFill>
                  <a:srgbClr val="367577"/>
                </a:solidFill>
                <a:latin typeface="Arial"/>
                <a:ea typeface="Arial"/>
                <a:cs typeface="Arial"/>
              </a:defRPr>
            </a:lvl7pPr>
            <a:lvl8pPr>
              <a:defRPr sz="2250" b="1">
                <a:solidFill>
                  <a:srgbClr val="367577"/>
                </a:solidFill>
                <a:latin typeface="Arial"/>
                <a:ea typeface="Arial"/>
                <a:cs typeface="Arial"/>
              </a:defRPr>
            </a:lvl8pPr>
            <a:lvl9pPr>
              <a:defRPr sz="2250" b="1">
                <a:solidFill>
                  <a:srgbClr val="367577"/>
                </a:solidFill>
                <a:latin typeface="Arial"/>
                <a:ea typeface="Arial"/>
                <a:cs typeface="Arial"/>
              </a:defRPr>
            </a:lvl9pPr>
          </a:lstStyle>
          <a:p xmlns:a="http://schemas.openxmlformats.org/drawingml/2006/main">
            <a:pPr>
              <a:defRPr sz="2250" b="1">
                <a:solidFill>
                  <a:srgbClr val="367577"/>
                </a:solidFill>
                <a:latin typeface="Arial"/>
                <a:ea typeface="Arial"/>
                <a:cs typeface="Arial"/>
              </a:defRPr>
            </a:pPr>
            <a:r>
              <a:rPr sz="2250" b="1">
                <a:solidFill>
                  <a:srgbClr val="367577"/>
                </a:solidFill>
                <a:latin typeface="Arial"/>
                <a:ea typeface="Arial"/>
                <a:cs typeface="Arial"/>
              </a:rPr>
              <a:t>Month 3</a:t>
            </a:r>
          </a:p>
        </p:txBody>
      </p:sp>
      <p:sp>
        <p:nvSpPr>
          <p:cNvPr id="11" name="text-67">
            <a:extLst xmlns:a="http://schemas.openxmlformats.org/drawingml/2006/main">
              <a:ext uri="{FF2B5EF4-FFF2-40B4-BE49-F238E27FC236}">
                <a16:creationId xmlns:a16="http://schemas.microsoft.com/office/drawing/2014/main" id="{ECF6516C-90F1-4AB9-B20F-9D14CBC18A8B}"/>
              </a:ext>
            </a:extLst>
          </p:cNvPr>
          <p:cNvSpPr>
            <a:spLocks xmlns:a="http://schemas.openxmlformats.org/drawingml/2006/main" noGrp="1"/>
          </p:cNvSpPr>
          <p:nvPr/>
        </p:nvSpPr>
        <p:spPr>
          <a:xfrm xmlns:a="http://schemas.openxmlformats.org/drawingml/2006/main">
            <a:off x="8096250" y="29051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3D40"/>
                </a:solidFill>
                <a:latin typeface="Arial"/>
                <a:ea typeface="Arial"/>
                <a:cs typeface="Arial"/>
              </a:defRPr>
            </a:defPPr>
            <a:lvl1pPr>
              <a:defRPr sz="2550" b="1">
                <a:solidFill>
                  <a:srgbClr val="173D40"/>
                </a:solidFill>
                <a:latin typeface="Arial"/>
                <a:ea typeface="Arial"/>
                <a:cs typeface="Arial"/>
              </a:defRPr>
            </a:lvl1pPr>
            <a:lvl2pPr>
              <a:defRPr sz="2550" b="1">
                <a:solidFill>
                  <a:srgbClr val="173D40"/>
                </a:solidFill>
                <a:latin typeface="Arial"/>
                <a:ea typeface="Arial"/>
                <a:cs typeface="Arial"/>
              </a:defRPr>
            </a:lvl2pPr>
            <a:lvl3pPr>
              <a:defRPr sz="2550" b="1">
                <a:solidFill>
                  <a:srgbClr val="173D40"/>
                </a:solidFill>
                <a:latin typeface="Arial"/>
                <a:ea typeface="Arial"/>
                <a:cs typeface="Arial"/>
              </a:defRPr>
            </a:lvl3pPr>
            <a:lvl4pPr>
              <a:defRPr sz="2550" b="1">
                <a:solidFill>
                  <a:srgbClr val="173D40"/>
                </a:solidFill>
                <a:latin typeface="Arial"/>
                <a:ea typeface="Arial"/>
                <a:cs typeface="Arial"/>
              </a:defRPr>
            </a:lvl4pPr>
            <a:lvl5pPr>
              <a:defRPr sz="2550" b="1">
                <a:solidFill>
                  <a:srgbClr val="173D40"/>
                </a:solidFill>
                <a:latin typeface="Arial"/>
                <a:ea typeface="Arial"/>
                <a:cs typeface="Arial"/>
              </a:defRPr>
            </a:lvl5pPr>
            <a:lvl6pPr>
              <a:defRPr sz="2550" b="1">
                <a:solidFill>
                  <a:srgbClr val="173D40"/>
                </a:solidFill>
                <a:latin typeface="Arial"/>
                <a:ea typeface="Arial"/>
                <a:cs typeface="Arial"/>
              </a:defRPr>
            </a:lvl6pPr>
            <a:lvl7pPr>
              <a:defRPr sz="2550" b="1">
                <a:solidFill>
                  <a:srgbClr val="173D40"/>
                </a:solidFill>
                <a:latin typeface="Arial"/>
                <a:ea typeface="Arial"/>
                <a:cs typeface="Arial"/>
              </a:defRPr>
            </a:lvl7pPr>
            <a:lvl8pPr>
              <a:defRPr sz="2550" b="1">
                <a:solidFill>
                  <a:srgbClr val="173D40"/>
                </a:solidFill>
                <a:latin typeface="Arial"/>
                <a:ea typeface="Arial"/>
                <a:cs typeface="Arial"/>
              </a:defRPr>
            </a:lvl8pPr>
            <a:lvl9pPr>
              <a:defRPr sz="2550" b="1">
                <a:solidFill>
                  <a:srgbClr val="173D40"/>
                </a:solidFill>
                <a:latin typeface="Arial"/>
                <a:ea typeface="Arial"/>
                <a:cs typeface="Arial"/>
              </a:defRPr>
            </a:lvl9pPr>
          </a:lstStyle>
          <a:p xmlns:a="http://schemas.openxmlformats.org/drawingml/2006/main">
            <a:pPr>
              <a:defRPr sz="2550" b="1">
                <a:solidFill>
                  <a:srgbClr val="173D40"/>
                </a:solidFill>
                <a:latin typeface="Arial"/>
                <a:ea typeface="Arial"/>
                <a:cs typeface="Arial"/>
              </a:defRPr>
            </a:pPr>
            <a:r>
              <a:rPr sz="2550" b="1">
                <a:solidFill>
                  <a:srgbClr val="173D40"/>
                </a:solidFill>
                <a:latin typeface="Arial"/>
                <a:ea typeface="Arial"/>
                <a:cs typeface="Arial"/>
              </a:rPr>
              <a:t>Review the value</a:t>
            </a:r>
          </a:p>
        </p:txBody>
      </p:sp>
      <p:sp>
        <p:nvSpPr>
          <p:cNvPr id="12" name="text-68">
            <a:extLst xmlns:a="http://schemas.openxmlformats.org/drawingml/2006/main">
              <a:ext uri="{FF2B5EF4-FFF2-40B4-BE49-F238E27FC236}">
                <a16:creationId xmlns:a16="http://schemas.microsoft.com/office/drawing/2014/main" id="{897FCA7C-65B3-4304-A6AD-86F9359CFE9F}"/>
              </a:ext>
            </a:extLst>
          </p:cNvPr>
          <p:cNvSpPr>
            <a:spLocks xmlns:a="http://schemas.openxmlformats.org/drawingml/2006/main" noGrp="1"/>
          </p:cNvSpPr>
          <p:nvPr/>
        </p:nvSpPr>
        <p:spPr>
          <a:xfrm xmlns:a="http://schemas.openxmlformats.org/drawingml/2006/main">
            <a:off x="8096250" y="4095750"/>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466163"/>
                </a:solidFill>
                <a:latin typeface="Arial"/>
                <a:ea typeface="Arial"/>
                <a:cs typeface="Arial"/>
              </a:defRPr>
            </a:defPPr>
            <a:lvl1pPr>
              <a:defRPr sz="1950" b="0">
                <a:solidFill>
                  <a:srgbClr val="466163"/>
                </a:solidFill>
                <a:latin typeface="Arial"/>
                <a:ea typeface="Arial"/>
                <a:cs typeface="Arial"/>
              </a:defRPr>
            </a:lvl1pPr>
            <a:lvl2pPr>
              <a:defRPr sz="1950" b="0">
                <a:solidFill>
                  <a:srgbClr val="466163"/>
                </a:solidFill>
                <a:latin typeface="Arial"/>
                <a:ea typeface="Arial"/>
                <a:cs typeface="Arial"/>
              </a:defRPr>
            </a:lvl2pPr>
            <a:lvl3pPr>
              <a:defRPr sz="1950" b="0">
                <a:solidFill>
                  <a:srgbClr val="466163"/>
                </a:solidFill>
                <a:latin typeface="Arial"/>
                <a:ea typeface="Arial"/>
                <a:cs typeface="Arial"/>
              </a:defRPr>
            </a:lvl3pPr>
            <a:lvl4pPr>
              <a:defRPr sz="1950" b="0">
                <a:solidFill>
                  <a:srgbClr val="466163"/>
                </a:solidFill>
                <a:latin typeface="Arial"/>
                <a:ea typeface="Arial"/>
                <a:cs typeface="Arial"/>
              </a:defRPr>
            </a:lvl4pPr>
            <a:lvl5pPr>
              <a:defRPr sz="1950" b="0">
                <a:solidFill>
                  <a:srgbClr val="466163"/>
                </a:solidFill>
                <a:latin typeface="Arial"/>
                <a:ea typeface="Arial"/>
                <a:cs typeface="Arial"/>
              </a:defRPr>
            </a:lvl5pPr>
            <a:lvl6pPr>
              <a:defRPr sz="1950" b="0">
                <a:solidFill>
                  <a:srgbClr val="466163"/>
                </a:solidFill>
                <a:latin typeface="Arial"/>
                <a:ea typeface="Arial"/>
                <a:cs typeface="Arial"/>
              </a:defRPr>
            </a:lvl6pPr>
            <a:lvl7pPr>
              <a:defRPr sz="1950" b="0">
                <a:solidFill>
                  <a:srgbClr val="466163"/>
                </a:solidFill>
                <a:latin typeface="Arial"/>
                <a:ea typeface="Arial"/>
                <a:cs typeface="Arial"/>
              </a:defRPr>
            </a:lvl7pPr>
            <a:lvl8pPr>
              <a:defRPr sz="1950" b="0">
                <a:solidFill>
                  <a:srgbClr val="466163"/>
                </a:solidFill>
                <a:latin typeface="Arial"/>
                <a:ea typeface="Arial"/>
                <a:cs typeface="Arial"/>
              </a:defRPr>
            </a:lvl8pPr>
            <a:lvl9pPr>
              <a:defRPr sz="1950" b="0">
                <a:solidFill>
                  <a:srgbClr val="466163"/>
                </a:solidFill>
                <a:latin typeface="Arial"/>
                <a:ea typeface="Arial"/>
                <a:cs typeface="Arial"/>
              </a:defRPr>
            </a:lvl9pPr>
          </a:lstStyle>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Assess the help Amber used.</a:t>
            </a:r>
          </a:p>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Agree whether to continue or adjust.</a:t>
            </a:r>
          </a:p>
        </p:txBody>
      </p:sp>
      <p:sp>
        <p:nvSpPr>
          <p:cNvPr id="13" name="text-69">
            <a:extLst xmlns:a="http://schemas.openxmlformats.org/drawingml/2006/main">
              <a:ext uri="{FF2B5EF4-FFF2-40B4-BE49-F238E27FC236}">
                <a16:creationId xmlns:a16="http://schemas.microsoft.com/office/drawing/2014/main" id="{9870E0A9-477C-4022-BF9B-00ED4E8430F9}"/>
              </a:ext>
            </a:extLst>
          </p:cNvPr>
          <p:cNvSpPr>
            <a:spLocks xmlns:a="http://schemas.openxmlformats.org/drawingml/2006/main" noGrp="1"/>
          </p:cNvSpPr>
          <p:nvPr/>
        </p:nvSpPr>
        <p:spPr>
          <a:xfrm xmlns:a="http://schemas.openxmlformats.org/drawingml/2006/main">
            <a:off x="666750" y="57626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Success means useful work completed and less routine work left with Amber</a:t>
            </a:r>
          </a:p>
        </p:txBody>
      </p:sp>
    </p:spTree>
    <p:extLst>
      <p:ext uri="{BB962C8B-B14F-4D97-AF65-F5344CB8AC3E}">
        <p14:creationId xmlns:p14="http://schemas.microsoft.com/office/powerpoint/2010/main" val="2110298680"/>
      </p:ext>
    </p:extLst>
  </p:cSld>
</p:sld>
</file>

<file path=ppt/slides/slide9.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9" name="text-70">
            <a:extLst xmlns:a="http://schemas.openxmlformats.org/drawingml/2006/main">
              <a:ext uri="{FF2B5EF4-FFF2-40B4-BE49-F238E27FC236}">
                <a16:creationId xmlns:a16="http://schemas.microsoft.com/office/drawing/2014/main" id="{2AACA7D7-3A9F-44DD-B03F-E73F0F607052}"/>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Launch closeout and ongoing support</a:t>
            </a:r>
          </a:p>
        </p:txBody>
      </p:sp>
      <p:sp>
        <p:nvSpPr>
          <p:cNvPr id="2" name="text-71">
            <a:extLst xmlns:a="http://schemas.openxmlformats.org/drawingml/2006/main">
              <a:ext uri="{FF2B5EF4-FFF2-40B4-BE49-F238E27FC236}">
                <a16:creationId xmlns:a16="http://schemas.microsoft.com/office/drawing/2014/main" id="{0D815927-74BA-411D-97C0-0E6C64332D4C}"/>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72">
            <a:extLst xmlns:a="http://schemas.openxmlformats.org/drawingml/2006/main">
              <a:ext uri="{FF2B5EF4-FFF2-40B4-BE49-F238E27FC236}">
                <a16:creationId xmlns:a16="http://schemas.microsoft.com/office/drawing/2014/main" id="{8647961B-F501-4DBD-AA88-26558237524D}"/>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09</a:t>
            </a:r>
          </a:p>
        </p:txBody>
      </p:sp>
      <p:sp>
        <p:nvSpPr>
          <p:cNvPr id="4" name="text-73">
            <a:extLst xmlns:a="http://schemas.openxmlformats.org/drawingml/2006/main">
              <a:ext uri="{FF2B5EF4-FFF2-40B4-BE49-F238E27FC236}">
                <a16:creationId xmlns:a16="http://schemas.microsoft.com/office/drawing/2014/main" id="{A4BB77CA-17C6-4603-920C-5576D0EFE1AA}"/>
              </a:ext>
            </a:extLst>
          </p:cNvPr>
          <p:cNvSpPr>
            <a:spLocks xmlns:a="http://schemas.openxmlformats.org/drawingml/2006/main" noGrp="1"/>
          </p:cNvSpPr>
          <p:nvPr/>
        </p:nvSpPr>
        <p:spPr>
          <a:xfrm xmlns:a="http://schemas.openxmlformats.org/drawingml/2006/main">
            <a:off x="666750" y="200025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367577"/>
                </a:solidFill>
                <a:latin typeface="Arial"/>
                <a:ea typeface="Arial"/>
                <a:cs typeface="Arial"/>
              </a:defRPr>
            </a:defPPr>
            <a:lvl1pPr>
              <a:defRPr sz="2400" b="1">
                <a:solidFill>
                  <a:srgbClr val="367577"/>
                </a:solidFill>
                <a:latin typeface="Arial"/>
                <a:ea typeface="Arial"/>
                <a:cs typeface="Arial"/>
              </a:defRPr>
            </a:lvl1pPr>
            <a:lvl2pPr>
              <a:defRPr sz="2400" b="1">
                <a:solidFill>
                  <a:srgbClr val="367577"/>
                </a:solidFill>
                <a:latin typeface="Arial"/>
                <a:ea typeface="Arial"/>
                <a:cs typeface="Arial"/>
              </a:defRPr>
            </a:lvl2pPr>
            <a:lvl3pPr>
              <a:defRPr sz="2400" b="1">
                <a:solidFill>
                  <a:srgbClr val="367577"/>
                </a:solidFill>
                <a:latin typeface="Arial"/>
                <a:ea typeface="Arial"/>
                <a:cs typeface="Arial"/>
              </a:defRPr>
            </a:lvl3pPr>
            <a:lvl4pPr>
              <a:defRPr sz="2400" b="1">
                <a:solidFill>
                  <a:srgbClr val="367577"/>
                </a:solidFill>
                <a:latin typeface="Arial"/>
                <a:ea typeface="Arial"/>
                <a:cs typeface="Arial"/>
              </a:defRPr>
            </a:lvl4pPr>
            <a:lvl5pPr>
              <a:defRPr sz="2400" b="1">
                <a:solidFill>
                  <a:srgbClr val="367577"/>
                </a:solidFill>
                <a:latin typeface="Arial"/>
                <a:ea typeface="Arial"/>
                <a:cs typeface="Arial"/>
              </a:defRPr>
            </a:lvl5pPr>
            <a:lvl6pPr>
              <a:defRPr sz="2400" b="1">
                <a:solidFill>
                  <a:srgbClr val="367577"/>
                </a:solidFill>
                <a:latin typeface="Arial"/>
                <a:ea typeface="Arial"/>
                <a:cs typeface="Arial"/>
              </a:defRPr>
            </a:lvl6pPr>
            <a:lvl7pPr>
              <a:defRPr sz="2400" b="1">
                <a:solidFill>
                  <a:srgbClr val="367577"/>
                </a:solidFill>
                <a:latin typeface="Arial"/>
                <a:ea typeface="Arial"/>
                <a:cs typeface="Arial"/>
              </a:defRPr>
            </a:lvl7pPr>
            <a:lvl8pPr>
              <a:defRPr sz="2400" b="1">
                <a:solidFill>
                  <a:srgbClr val="367577"/>
                </a:solidFill>
                <a:latin typeface="Arial"/>
                <a:ea typeface="Arial"/>
                <a:cs typeface="Arial"/>
              </a:defRPr>
            </a:lvl8pPr>
            <a:lvl9pPr>
              <a:defRPr sz="2400" b="1">
                <a:solidFill>
                  <a:srgbClr val="367577"/>
                </a:solidFill>
                <a:latin typeface="Arial"/>
                <a:ea typeface="Arial"/>
                <a:cs typeface="Arial"/>
              </a:defRPr>
            </a:lvl9pPr>
          </a:lstStyle>
          <a:p xmlns:a="http://schemas.openxmlformats.org/drawingml/2006/main">
            <a:pPr>
              <a:defRPr sz="2400" b="1">
                <a:solidFill>
                  <a:srgbClr val="367577"/>
                </a:solidFill>
                <a:latin typeface="Arial"/>
                <a:ea typeface="Arial"/>
                <a:cs typeface="Arial"/>
              </a:defRPr>
            </a:pPr>
            <a:r>
              <a:rPr sz="2400" b="1">
                <a:solidFill>
                  <a:srgbClr val="367577"/>
                </a:solidFill>
                <a:latin typeface="Arial"/>
                <a:ea typeface="Arial"/>
                <a:cs typeface="Arial"/>
              </a:rPr>
              <a:t>Complete the current project</a:t>
            </a:r>
          </a:p>
        </p:txBody>
      </p:sp>
      <p:sp>
        <p:nvSpPr>
          <p:cNvPr id="5" name="text-74">
            <a:extLst xmlns:a="http://schemas.openxmlformats.org/drawingml/2006/main">
              <a:ext uri="{FF2B5EF4-FFF2-40B4-BE49-F238E27FC236}">
                <a16:creationId xmlns:a16="http://schemas.microsoft.com/office/drawing/2014/main" id="{241285B4-7B4C-42B0-A0F7-B242CBE83B3F}"/>
              </a:ext>
            </a:extLst>
          </p:cNvPr>
          <p:cNvSpPr>
            <a:spLocks xmlns:a="http://schemas.openxmlformats.org/drawingml/2006/main" noGrp="1"/>
          </p:cNvSpPr>
          <p:nvPr/>
        </p:nvSpPr>
        <p:spPr>
          <a:xfrm xmlns:a="http://schemas.openxmlformats.org/drawingml/2006/main">
            <a:off x="666750" y="2952750"/>
            <a:ext cx="50482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466163"/>
                </a:solidFill>
                <a:latin typeface="Arial"/>
                <a:ea typeface="Arial"/>
                <a:cs typeface="Arial"/>
              </a:defRPr>
            </a:defPPr>
            <a:lvl1pPr>
              <a:defRPr sz="2025" b="0">
                <a:solidFill>
                  <a:srgbClr val="466163"/>
                </a:solidFill>
                <a:latin typeface="Arial"/>
                <a:ea typeface="Arial"/>
                <a:cs typeface="Arial"/>
              </a:defRPr>
            </a:lvl1pPr>
            <a:lvl2pPr>
              <a:defRPr sz="2025" b="0">
                <a:solidFill>
                  <a:srgbClr val="466163"/>
                </a:solidFill>
                <a:latin typeface="Arial"/>
                <a:ea typeface="Arial"/>
                <a:cs typeface="Arial"/>
              </a:defRPr>
            </a:lvl2pPr>
            <a:lvl3pPr>
              <a:defRPr sz="2025" b="0">
                <a:solidFill>
                  <a:srgbClr val="466163"/>
                </a:solidFill>
                <a:latin typeface="Arial"/>
                <a:ea typeface="Arial"/>
                <a:cs typeface="Arial"/>
              </a:defRPr>
            </a:lvl3pPr>
            <a:lvl4pPr>
              <a:defRPr sz="2025" b="0">
                <a:solidFill>
                  <a:srgbClr val="466163"/>
                </a:solidFill>
                <a:latin typeface="Arial"/>
                <a:ea typeface="Arial"/>
                <a:cs typeface="Arial"/>
              </a:defRPr>
            </a:lvl4pPr>
            <a:lvl5pPr>
              <a:defRPr sz="2025" b="0">
                <a:solidFill>
                  <a:srgbClr val="466163"/>
                </a:solidFill>
                <a:latin typeface="Arial"/>
                <a:ea typeface="Arial"/>
                <a:cs typeface="Arial"/>
              </a:defRPr>
            </a:lvl5pPr>
            <a:lvl6pPr>
              <a:defRPr sz="2025" b="0">
                <a:solidFill>
                  <a:srgbClr val="466163"/>
                </a:solidFill>
                <a:latin typeface="Arial"/>
                <a:ea typeface="Arial"/>
                <a:cs typeface="Arial"/>
              </a:defRPr>
            </a:lvl6pPr>
            <a:lvl7pPr>
              <a:defRPr sz="2025" b="0">
                <a:solidFill>
                  <a:srgbClr val="466163"/>
                </a:solidFill>
                <a:latin typeface="Arial"/>
                <a:ea typeface="Arial"/>
                <a:cs typeface="Arial"/>
              </a:defRPr>
            </a:lvl7pPr>
            <a:lvl8pPr>
              <a:defRPr sz="2025" b="0">
                <a:solidFill>
                  <a:srgbClr val="466163"/>
                </a:solidFill>
                <a:latin typeface="Arial"/>
                <a:ea typeface="Arial"/>
                <a:cs typeface="Arial"/>
              </a:defRPr>
            </a:lvl8pPr>
            <a:lvl9pPr>
              <a:defRPr sz="2025" b="0">
                <a:solidFill>
                  <a:srgbClr val="466163"/>
                </a:solidFill>
                <a:latin typeface="Arial"/>
                <a:ea typeface="Arial"/>
                <a:cs typeface="Arial"/>
              </a:defRPr>
            </a:lvl9pPr>
          </a:lstStyle>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Final booking and payment checks</a:t>
            </a:r>
          </a:p>
          <a:p xmlns:a="http://schemas.openxmlformats.org/drawingml/2006/main">
            <a:r>
              <a:t/>
            </a:r>
          </a:p>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Amber’s content review</a:t>
            </a:r>
          </a:p>
          <a:p xmlns:a="http://schemas.openxmlformats.org/drawingml/2006/main">
            <a:r>
              <a:t/>
            </a:r>
          </a:p>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Approval for public launch</a:t>
            </a:r>
          </a:p>
        </p:txBody>
      </p:sp>
      <p:sp>
        <p:nvSpPr>
          <p:cNvPr id="6" name="text-75">
            <a:extLst xmlns:a="http://schemas.openxmlformats.org/drawingml/2006/main">
              <a:ext uri="{FF2B5EF4-FFF2-40B4-BE49-F238E27FC236}">
                <a16:creationId xmlns:a16="http://schemas.microsoft.com/office/drawing/2014/main" id="{496B5324-0646-4164-9649-38D41A7765F9}"/>
              </a:ext>
            </a:extLst>
          </p:cNvPr>
          <p:cNvSpPr>
            <a:spLocks xmlns:a="http://schemas.openxmlformats.org/drawingml/2006/main" noGrp="1"/>
          </p:cNvSpPr>
          <p:nvPr/>
        </p:nvSpPr>
        <p:spPr>
          <a:xfrm xmlns:a="http://schemas.openxmlformats.org/drawingml/2006/main">
            <a:off x="6572250" y="2000250"/>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367577"/>
                </a:solidFill>
                <a:latin typeface="Arial"/>
                <a:ea typeface="Arial"/>
                <a:cs typeface="Arial"/>
              </a:defRPr>
            </a:defPPr>
            <a:lvl1pPr>
              <a:defRPr sz="2400" b="1">
                <a:solidFill>
                  <a:srgbClr val="367577"/>
                </a:solidFill>
                <a:latin typeface="Arial"/>
                <a:ea typeface="Arial"/>
                <a:cs typeface="Arial"/>
              </a:defRPr>
            </a:lvl1pPr>
            <a:lvl2pPr>
              <a:defRPr sz="2400" b="1">
                <a:solidFill>
                  <a:srgbClr val="367577"/>
                </a:solidFill>
                <a:latin typeface="Arial"/>
                <a:ea typeface="Arial"/>
                <a:cs typeface="Arial"/>
              </a:defRPr>
            </a:lvl2pPr>
            <a:lvl3pPr>
              <a:defRPr sz="2400" b="1">
                <a:solidFill>
                  <a:srgbClr val="367577"/>
                </a:solidFill>
                <a:latin typeface="Arial"/>
                <a:ea typeface="Arial"/>
                <a:cs typeface="Arial"/>
              </a:defRPr>
            </a:lvl3pPr>
            <a:lvl4pPr>
              <a:defRPr sz="2400" b="1">
                <a:solidFill>
                  <a:srgbClr val="367577"/>
                </a:solidFill>
                <a:latin typeface="Arial"/>
                <a:ea typeface="Arial"/>
                <a:cs typeface="Arial"/>
              </a:defRPr>
            </a:lvl4pPr>
            <a:lvl5pPr>
              <a:defRPr sz="2400" b="1">
                <a:solidFill>
                  <a:srgbClr val="367577"/>
                </a:solidFill>
                <a:latin typeface="Arial"/>
                <a:ea typeface="Arial"/>
                <a:cs typeface="Arial"/>
              </a:defRPr>
            </a:lvl5pPr>
            <a:lvl6pPr>
              <a:defRPr sz="2400" b="1">
                <a:solidFill>
                  <a:srgbClr val="367577"/>
                </a:solidFill>
                <a:latin typeface="Arial"/>
                <a:ea typeface="Arial"/>
                <a:cs typeface="Arial"/>
              </a:defRPr>
            </a:lvl6pPr>
            <a:lvl7pPr>
              <a:defRPr sz="2400" b="1">
                <a:solidFill>
                  <a:srgbClr val="367577"/>
                </a:solidFill>
                <a:latin typeface="Arial"/>
                <a:ea typeface="Arial"/>
                <a:cs typeface="Arial"/>
              </a:defRPr>
            </a:lvl7pPr>
            <a:lvl8pPr>
              <a:defRPr sz="2400" b="1">
                <a:solidFill>
                  <a:srgbClr val="367577"/>
                </a:solidFill>
                <a:latin typeface="Arial"/>
                <a:ea typeface="Arial"/>
                <a:cs typeface="Arial"/>
              </a:defRPr>
            </a:lvl8pPr>
            <a:lvl9pPr>
              <a:defRPr sz="2400" b="1">
                <a:solidFill>
                  <a:srgbClr val="367577"/>
                </a:solidFill>
                <a:latin typeface="Arial"/>
                <a:ea typeface="Arial"/>
                <a:cs typeface="Arial"/>
              </a:defRPr>
            </a:lvl9pPr>
          </a:lstStyle>
          <a:p xmlns:a="http://schemas.openxmlformats.org/drawingml/2006/main">
            <a:pPr>
              <a:defRPr sz="2400" b="1">
                <a:solidFill>
                  <a:srgbClr val="367577"/>
                </a:solidFill>
                <a:latin typeface="Arial"/>
                <a:ea typeface="Arial"/>
                <a:cs typeface="Arial"/>
              </a:defRPr>
            </a:pPr>
            <a:r>
              <a:rPr sz="2400" b="1">
                <a:solidFill>
                  <a:srgbClr val="367577"/>
                </a:solidFill>
                <a:latin typeface="Arial"/>
                <a:ea typeface="Arial"/>
                <a:cs typeface="Arial"/>
              </a:rPr>
              <a:t>Agree optional support</a:t>
            </a:r>
          </a:p>
        </p:txBody>
      </p:sp>
      <p:sp>
        <p:nvSpPr>
          <p:cNvPr id="7" name="text-76">
            <a:extLst xmlns:a="http://schemas.openxmlformats.org/drawingml/2006/main">
              <a:ext uri="{FF2B5EF4-FFF2-40B4-BE49-F238E27FC236}">
                <a16:creationId xmlns:a16="http://schemas.microsoft.com/office/drawing/2014/main" id="{09211DFD-0298-429E-8BEB-28C0105AE7D6}"/>
              </a:ext>
            </a:extLst>
          </p:cNvPr>
          <p:cNvSpPr>
            <a:spLocks xmlns:a="http://schemas.openxmlformats.org/drawingml/2006/main" noGrp="1"/>
          </p:cNvSpPr>
          <p:nvPr/>
        </p:nvSpPr>
        <p:spPr>
          <a:xfrm xmlns:a="http://schemas.openxmlformats.org/drawingml/2006/main">
            <a:off x="6572250" y="2952750"/>
            <a:ext cx="49530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466163"/>
                </a:solidFill>
                <a:latin typeface="Arial"/>
                <a:ea typeface="Arial"/>
                <a:cs typeface="Arial"/>
              </a:defRPr>
            </a:defPPr>
            <a:lvl1pPr>
              <a:defRPr sz="2025" b="0">
                <a:solidFill>
                  <a:srgbClr val="466163"/>
                </a:solidFill>
                <a:latin typeface="Arial"/>
                <a:ea typeface="Arial"/>
                <a:cs typeface="Arial"/>
              </a:defRPr>
            </a:lvl1pPr>
            <a:lvl2pPr>
              <a:defRPr sz="2025" b="0">
                <a:solidFill>
                  <a:srgbClr val="466163"/>
                </a:solidFill>
                <a:latin typeface="Arial"/>
                <a:ea typeface="Arial"/>
                <a:cs typeface="Arial"/>
              </a:defRPr>
            </a:lvl2pPr>
            <a:lvl3pPr>
              <a:defRPr sz="2025" b="0">
                <a:solidFill>
                  <a:srgbClr val="466163"/>
                </a:solidFill>
                <a:latin typeface="Arial"/>
                <a:ea typeface="Arial"/>
                <a:cs typeface="Arial"/>
              </a:defRPr>
            </a:lvl3pPr>
            <a:lvl4pPr>
              <a:defRPr sz="2025" b="0">
                <a:solidFill>
                  <a:srgbClr val="466163"/>
                </a:solidFill>
                <a:latin typeface="Arial"/>
                <a:ea typeface="Arial"/>
                <a:cs typeface="Arial"/>
              </a:defRPr>
            </a:lvl4pPr>
            <a:lvl5pPr>
              <a:defRPr sz="2025" b="0">
                <a:solidFill>
                  <a:srgbClr val="466163"/>
                </a:solidFill>
                <a:latin typeface="Arial"/>
                <a:ea typeface="Arial"/>
                <a:cs typeface="Arial"/>
              </a:defRPr>
            </a:lvl5pPr>
            <a:lvl6pPr>
              <a:defRPr sz="2025" b="0">
                <a:solidFill>
                  <a:srgbClr val="466163"/>
                </a:solidFill>
                <a:latin typeface="Arial"/>
                <a:ea typeface="Arial"/>
                <a:cs typeface="Arial"/>
              </a:defRPr>
            </a:lvl6pPr>
            <a:lvl7pPr>
              <a:defRPr sz="2025" b="0">
                <a:solidFill>
                  <a:srgbClr val="466163"/>
                </a:solidFill>
                <a:latin typeface="Arial"/>
                <a:ea typeface="Arial"/>
                <a:cs typeface="Arial"/>
              </a:defRPr>
            </a:lvl7pPr>
            <a:lvl8pPr>
              <a:defRPr sz="2025" b="0">
                <a:solidFill>
                  <a:srgbClr val="466163"/>
                </a:solidFill>
                <a:latin typeface="Arial"/>
                <a:ea typeface="Arial"/>
                <a:cs typeface="Arial"/>
              </a:defRPr>
            </a:lvl8pPr>
            <a:lvl9pPr>
              <a:defRPr sz="2025" b="0">
                <a:solidFill>
                  <a:srgbClr val="466163"/>
                </a:solidFill>
                <a:latin typeface="Arial"/>
                <a:ea typeface="Arial"/>
                <a:cs typeface="Arial"/>
              </a:defRPr>
            </a:lvl9pPr>
          </a:lstStyle>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Monthly work and delivery dates</a:t>
            </a:r>
          </a:p>
          <a:p xmlns:a="http://schemas.openxmlformats.org/drawingml/2006/main">
            <a:r>
              <a:t/>
            </a:r>
          </a:p>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Budget, approvals, and response times</a:t>
            </a:r>
          </a:p>
          <a:p xmlns:a="http://schemas.openxmlformats.org/drawingml/2006/main">
            <a:r>
              <a:t/>
            </a:r>
          </a:p>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A start date and review at three months</a:t>
            </a:r>
          </a:p>
        </p:txBody>
      </p:sp>
      <p:sp>
        <p:nvSpPr>
          <p:cNvPr id="8" name="text-77">
            <a:extLst xmlns:a="http://schemas.openxmlformats.org/drawingml/2006/main">
              <a:ext uri="{FF2B5EF4-FFF2-40B4-BE49-F238E27FC236}">
                <a16:creationId xmlns:a16="http://schemas.microsoft.com/office/drawing/2014/main" id="{6D9EE8ED-E60F-4A57-9B30-536F8A06F9EA}"/>
              </a:ext>
            </a:extLst>
          </p:cNvPr>
          <p:cNvSpPr>
            <a:spLocks xmlns:a="http://schemas.openxmlformats.org/drawingml/2006/main" noGrp="1"/>
          </p:cNvSpPr>
          <p:nvPr/>
        </p:nvSpPr>
        <p:spPr>
          <a:xfrm xmlns:a="http://schemas.openxmlformats.org/drawingml/2006/main">
            <a:off x="666750" y="58578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Existing agreed corrections remain part of the current project</a:t>
            </a:r>
          </a:p>
        </p:txBody>
      </p:sp>
    </p:spTree>
    <p:extLst>
      <p:ext uri="{BB962C8B-B14F-4D97-AF65-F5344CB8AC3E}">
        <p14:creationId xmlns:p14="http://schemas.microsoft.com/office/powerpoint/2010/main" val="583482935"/>
      </p:ext>
    </p:extLst>
  </p:cSld>
</p:sld>
</file>

<file path=ppt/slides/slide10.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8" name="text-78">
            <a:extLst xmlns:a="http://schemas.openxmlformats.org/drawingml/2006/main">
              <a:ext uri="{FF2B5EF4-FFF2-40B4-BE49-F238E27FC236}">
                <a16:creationId xmlns:a16="http://schemas.microsoft.com/office/drawing/2014/main" id="{936DC789-56A7-4341-8BCD-750F9AC16A1C}"/>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What would you like to hand over?</a:t>
            </a:r>
          </a:p>
        </p:txBody>
      </p:sp>
      <p:sp>
        <p:nvSpPr>
          <p:cNvPr id="2" name="text-79">
            <a:extLst xmlns:a="http://schemas.openxmlformats.org/drawingml/2006/main">
              <a:ext uri="{FF2B5EF4-FFF2-40B4-BE49-F238E27FC236}">
                <a16:creationId xmlns:a16="http://schemas.microsoft.com/office/drawing/2014/main" id="{42CB5E6B-5E01-403A-BD94-06974CBDC7BA}"/>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80">
            <a:extLst xmlns:a="http://schemas.openxmlformats.org/drawingml/2006/main">
              <a:ext uri="{FF2B5EF4-FFF2-40B4-BE49-F238E27FC236}">
                <a16:creationId xmlns:a16="http://schemas.microsoft.com/office/drawing/2014/main" id="{BD6AAFAF-13DB-409F-9A06-11F5995757DB}"/>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10</a:t>
            </a:r>
          </a:p>
        </p:txBody>
      </p:sp>
      <p:pic>
        <p:nvPicPr>
          <p:cNvPr id="4" name="">
            <a:extLst xmlns:a="http://schemas.openxmlformats.org/drawingml/2006/main">
              <a:ext uri="{FF2B5EF4-FFF2-40B4-BE49-F238E27FC236}">
                <a16:creationId xmlns:a16="http://schemas.microsoft.com/office/drawing/2014/main" id="{6A7F1BEB-25DD-49A6-B20D-231CFEF7A185}"/>
              </a:ext>
            </a:extLst>
          </p:cNvPr>
          <p:cNvPicPr>
            <a:picLocks xmlns:a="http://schemas.openxmlformats.org/drawingml/2006/main" noChangeAspect="1"/>
          </p:cNvPicPr>
          <p:nvPr/>
        </p:nvPicPr>
        <p:blipFill>
          <a:blip xmlns:r="http://schemas.openxmlformats.org/officeDocument/2006/relationships" xmlns:a="http://schemas.openxmlformats.org/drawingml/2006/main" r:embed="Rda5f01c1e9d94bae"/>
          <a:srcRect xmlns:a="http://schemas.openxmlformats.org/drawingml/2006/main" l="6358" t="0" r="6358"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5" name="text-81">
            <a:extLst xmlns:a="http://schemas.openxmlformats.org/drawingml/2006/main">
              <a:ext uri="{FF2B5EF4-FFF2-40B4-BE49-F238E27FC236}">
                <a16:creationId xmlns:a16="http://schemas.microsoft.com/office/drawing/2014/main" id="{9DB53161-7065-4DAA-BDA3-4F3548A1792D}"/>
              </a:ext>
            </a:extLst>
          </p:cNvPr>
          <p:cNvSpPr>
            <a:spLocks xmlns:a="http://schemas.openxmlformats.org/drawingml/2006/main" noGrp="1"/>
          </p:cNvSpPr>
          <p:nvPr/>
        </p:nvSpPr>
        <p:spPr>
          <a:xfrm xmlns:a="http://schemas.openxmlformats.org/drawingml/2006/main">
            <a:off x="666750" y="1190625"/>
            <a:ext cx="1000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FFFFFF"/>
                </a:solidFill>
                <a:latin typeface="Arial"/>
                <a:ea typeface="Arial"/>
                <a:cs typeface="Arial"/>
              </a:defRPr>
            </a:defPPr>
            <a:lvl1pPr>
              <a:defRPr sz="4950" b="1">
                <a:solidFill>
                  <a:srgbClr val="FFFFFF"/>
                </a:solidFill>
                <a:latin typeface="Arial"/>
                <a:ea typeface="Arial"/>
                <a:cs typeface="Arial"/>
              </a:defRPr>
            </a:lvl1pPr>
            <a:lvl2pPr>
              <a:defRPr sz="4950" b="1">
                <a:solidFill>
                  <a:srgbClr val="FFFFFF"/>
                </a:solidFill>
                <a:latin typeface="Arial"/>
                <a:ea typeface="Arial"/>
                <a:cs typeface="Arial"/>
              </a:defRPr>
            </a:lvl2pPr>
            <a:lvl3pPr>
              <a:defRPr sz="4950" b="1">
                <a:solidFill>
                  <a:srgbClr val="FFFFFF"/>
                </a:solidFill>
                <a:latin typeface="Arial"/>
                <a:ea typeface="Arial"/>
                <a:cs typeface="Arial"/>
              </a:defRPr>
            </a:lvl3pPr>
            <a:lvl4pPr>
              <a:defRPr sz="4950" b="1">
                <a:solidFill>
                  <a:srgbClr val="FFFFFF"/>
                </a:solidFill>
                <a:latin typeface="Arial"/>
                <a:ea typeface="Arial"/>
                <a:cs typeface="Arial"/>
              </a:defRPr>
            </a:lvl4pPr>
            <a:lvl5pPr>
              <a:defRPr sz="4950" b="1">
                <a:solidFill>
                  <a:srgbClr val="FFFFFF"/>
                </a:solidFill>
                <a:latin typeface="Arial"/>
                <a:ea typeface="Arial"/>
                <a:cs typeface="Arial"/>
              </a:defRPr>
            </a:lvl5pPr>
            <a:lvl6pPr>
              <a:defRPr sz="4950" b="1">
                <a:solidFill>
                  <a:srgbClr val="FFFFFF"/>
                </a:solidFill>
                <a:latin typeface="Arial"/>
                <a:ea typeface="Arial"/>
                <a:cs typeface="Arial"/>
              </a:defRPr>
            </a:lvl6pPr>
            <a:lvl7pPr>
              <a:defRPr sz="4950" b="1">
                <a:solidFill>
                  <a:srgbClr val="FFFFFF"/>
                </a:solidFill>
                <a:latin typeface="Arial"/>
                <a:ea typeface="Arial"/>
                <a:cs typeface="Arial"/>
              </a:defRPr>
            </a:lvl7pPr>
            <a:lvl8pPr>
              <a:defRPr sz="4950" b="1">
                <a:solidFill>
                  <a:srgbClr val="FFFFFF"/>
                </a:solidFill>
                <a:latin typeface="Arial"/>
                <a:ea typeface="Arial"/>
                <a:cs typeface="Arial"/>
              </a:defRPr>
            </a:lvl8pPr>
            <a:lvl9pPr>
              <a:defRPr sz="4950" b="1">
                <a:solidFill>
                  <a:srgbClr val="FFFFFF"/>
                </a:solidFill>
                <a:latin typeface="Arial"/>
                <a:ea typeface="Arial"/>
                <a:cs typeface="Arial"/>
              </a:defRPr>
            </a:lvl9pPr>
          </a:lstStyle>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What would you like</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to hand over?</a:t>
            </a:r>
          </a:p>
        </p:txBody>
      </p:sp>
      <p:sp>
        <p:nvSpPr>
          <p:cNvPr id="6" name="text-82">
            <a:extLst xmlns:a="http://schemas.openxmlformats.org/drawingml/2006/main">
              <a:ext uri="{FF2B5EF4-FFF2-40B4-BE49-F238E27FC236}">
                <a16:creationId xmlns:a16="http://schemas.microsoft.com/office/drawing/2014/main" id="{45BB1681-92BC-45D9-BDCA-953B846E2778}"/>
              </a:ext>
            </a:extLst>
          </p:cNvPr>
          <p:cNvSpPr>
            <a:spLocks xmlns:a="http://schemas.openxmlformats.org/drawingml/2006/main" noGrp="1"/>
          </p:cNvSpPr>
          <p:nvPr/>
        </p:nvSpPr>
        <p:spPr>
          <a:xfrm xmlns:a="http://schemas.openxmlformats.org/drawingml/2006/main">
            <a:off x="666750" y="3524250"/>
            <a:ext cx="10001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Choose two recurring tasks you would like help with.</a:t>
            </a:r>
          </a:p>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We can build the first month around those priorities.</a:t>
            </a:r>
          </a:p>
        </p:txBody>
      </p:sp>
      <p:sp>
        <p:nvSpPr>
          <p:cNvPr id="7" name="text-83">
            <a:extLst xmlns:a="http://schemas.openxmlformats.org/drawingml/2006/main">
              <a:ext uri="{FF2B5EF4-FFF2-40B4-BE49-F238E27FC236}">
                <a16:creationId xmlns:a16="http://schemas.microsoft.com/office/drawing/2014/main" id="{8FD0C7AE-4247-4A76-B7D4-09C10D50F361}"/>
              </a:ext>
            </a:extLst>
          </p:cNvPr>
          <p:cNvSpPr>
            <a:spLocks xmlns:a="http://schemas.openxmlformats.org/drawingml/2006/main" noGrp="1"/>
          </p:cNvSpPr>
          <p:nvPr/>
        </p:nvSpPr>
        <p:spPr>
          <a:xfrm xmlns:a="http://schemas.openxmlformats.org/drawingml/2006/main">
            <a:off x="666750" y="542925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B6DCDA"/>
                </a:solidFill>
                <a:latin typeface="Arial"/>
                <a:ea typeface="Arial"/>
                <a:cs typeface="Arial"/>
              </a:defRPr>
            </a:defPPr>
            <a:lvl1pPr>
              <a:defRPr sz="1950" b="1">
                <a:solidFill>
                  <a:srgbClr val="B6DCDA"/>
                </a:solidFill>
                <a:latin typeface="Arial"/>
                <a:ea typeface="Arial"/>
                <a:cs typeface="Arial"/>
              </a:defRPr>
            </a:lvl1pPr>
            <a:lvl2pPr>
              <a:defRPr sz="1950" b="1">
                <a:solidFill>
                  <a:srgbClr val="B6DCDA"/>
                </a:solidFill>
                <a:latin typeface="Arial"/>
                <a:ea typeface="Arial"/>
                <a:cs typeface="Arial"/>
              </a:defRPr>
            </a:lvl2pPr>
            <a:lvl3pPr>
              <a:defRPr sz="1950" b="1">
                <a:solidFill>
                  <a:srgbClr val="B6DCDA"/>
                </a:solidFill>
                <a:latin typeface="Arial"/>
                <a:ea typeface="Arial"/>
                <a:cs typeface="Arial"/>
              </a:defRPr>
            </a:lvl3pPr>
            <a:lvl4pPr>
              <a:defRPr sz="1950" b="1">
                <a:solidFill>
                  <a:srgbClr val="B6DCDA"/>
                </a:solidFill>
                <a:latin typeface="Arial"/>
                <a:ea typeface="Arial"/>
                <a:cs typeface="Arial"/>
              </a:defRPr>
            </a:lvl4pPr>
            <a:lvl5pPr>
              <a:defRPr sz="1950" b="1">
                <a:solidFill>
                  <a:srgbClr val="B6DCDA"/>
                </a:solidFill>
                <a:latin typeface="Arial"/>
                <a:ea typeface="Arial"/>
                <a:cs typeface="Arial"/>
              </a:defRPr>
            </a:lvl5pPr>
            <a:lvl6pPr>
              <a:defRPr sz="1950" b="1">
                <a:solidFill>
                  <a:srgbClr val="B6DCDA"/>
                </a:solidFill>
                <a:latin typeface="Arial"/>
                <a:ea typeface="Arial"/>
                <a:cs typeface="Arial"/>
              </a:defRPr>
            </a:lvl6pPr>
            <a:lvl7pPr>
              <a:defRPr sz="1950" b="1">
                <a:solidFill>
                  <a:srgbClr val="B6DCDA"/>
                </a:solidFill>
                <a:latin typeface="Arial"/>
                <a:ea typeface="Arial"/>
                <a:cs typeface="Arial"/>
              </a:defRPr>
            </a:lvl7pPr>
            <a:lvl8pPr>
              <a:defRPr sz="1950" b="1">
                <a:solidFill>
                  <a:srgbClr val="B6DCDA"/>
                </a:solidFill>
                <a:latin typeface="Arial"/>
                <a:ea typeface="Arial"/>
                <a:cs typeface="Arial"/>
              </a:defRPr>
            </a:lvl8pPr>
            <a:lvl9pPr>
              <a:defRPr sz="1950" b="1">
                <a:solidFill>
                  <a:srgbClr val="B6DCDA"/>
                </a:solidFill>
                <a:latin typeface="Arial"/>
                <a:ea typeface="Arial"/>
                <a:cs typeface="Arial"/>
              </a:defRPr>
            </a:lvl9pPr>
          </a:lstStyle>
          <a:p xmlns:a="http://schemas.openxmlformats.org/drawingml/2006/main">
            <a:pPr>
              <a:defRPr sz="1950" b="1">
                <a:solidFill>
                  <a:srgbClr val="B6DCDA"/>
                </a:solidFill>
                <a:latin typeface="Arial"/>
                <a:ea typeface="Arial"/>
                <a:cs typeface="Arial"/>
              </a:defRPr>
            </a:pPr>
            <a:r>
              <a:rPr sz="1950" u="sng">
                <a:solidFill>
                  <a:srgbClr val="B6DCDA"/>
                </a:solidFill>
                <a:latin typeface="Arial"/>
                <a:ea typeface="Arial"/>
                <a:cs typeface="Arial"/>
                <a:hlinkClick xmlns:r="http://schemas.openxmlformats.org/officeDocument/2006/relationships" r:id="R8c0f292356484e09"/>
              </a:rPr>
              <a:t>Reopen the website walkthrough</a:t>
            </a:r>
          </a:p>
        </p:txBody>
      </p:sp>
    </p:spTree>
    <p:extLst>
      <p:ext uri="{BB962C8B-B14F-4D97-AF65-F5344CB8AC3E}">
        <p14:creationId xmlns:p14="http://schemas.microsoft.com/office/powerpoint/2010/main" val="1946629973"/>
      </p:ext>
    </p:extLst>
  </p:cSld>
</p:sld>
</file>

<file path=ppt/slides/slide11.xml><?xml version="1.0" encoding="utf-8"?>
<p:sld xmlns:p="http://schemas.openxmlformats.org/presentationml/2006/main" show="0">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11" name="text-84">
            <a:extLst xmlns:a="http://schemas.openxmlformats.org/drawingml/2006/main">
              <a:ext uri="{FF2B5EF4-FFF2-40B4-BE49-F238E27FC236}">
                <a16:creationId xmlns:a16="http://schemas.microsoft.com/office/drawing/2014/main" id="{D5F750C9-F730-45C1-A274-6BB6E7BE44F8}"/>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Consultation flow</a:t>
            </a:r>
          </a:p>
        </p:txBody>
      </p:sp>
      <p:sp>
        <p:nvSpPr>
          <p:cNvPr id="2" name="text-85">
            <a:extLst xmlns:a="http://schemas.openxmlformats.org/drawingml/2006/main">
              <a:ext uri="{FF2B5EF4-FFF2-40B4-BE49-F238E27FC236}">
                <a16:creationId xmlns:a16="http://schemas.microsoft.com/office/drawing/2014/main" id="{F182CEF7-C12F-4F41-8E22-D0F6352828B5}"/>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86">
            <a:extLst xmlns:a="http://schemas.openxmlformats.org/drawingml/2006/main">
              <a:ext uri="{FF2B5EF4-FFF2-40B4-BE49-F238E27FC236}">
                <a16:creationId xmlns:a16="http://schemas.microsoft.com/office/drawing/2014/main" id="{4B690F97-2502-42B7-A84D-293C4AE0F32E}"/>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11</a:t>
            </a:r>
          </a:p>
        </p:txBody>
      </p:sp>
      <p:pic>
        <p:nvPicPr>
          <p:cNvPr id="4" name="">
            <a:extLst xmlns:a="http://schemas.openxmlformats.org/drawingml/2006/main">
              <a:ext uri="{FF2B5EF4-FFF2-40B4-BE49-F238E27FC236}">
                <a16:creationId xmlns:a16="http://schemas.microsoft.com/office/drawing/2014/main" id="{5B0A4356-F172-48B4-A430-00CD109276C0}"/>
              </a:ext>
            </a:extLst>
          </p:cNvPr>
          <p:cNvPicPr>
            <a:picLocks xmlns:a="http://schemas.openxmlformats.org/drawingml/2006/main" noChangeAspect="1"/>
          </p:cNvPicPr>
          <p:nvPr/>
        </p:nvPicPr>
        <p:blipFill>
          <a:blip xmlns:r="http://schemas.openxmlformats.org/officeDocument/2006/relationships" xmlns:a="http://schemas.openxmlformats.org/drawingml/2006/main" r:embed="R7240b512b184441f"/>
          <a:stretch xmlns:a="http://schemas.openxmlformats.org/drawingml/2006/main"/>
        </p:blipFill>
        <p:spPr>
          <a:xfrm xmlns:a="http://schemas.openxmlformats.org/drawingml/2006/main">
            <a:off x="1467522" y="1762125"/>
            <a:ext cx="3684832" cy="3381375"/>
          </a:xfrm>
          <a:prstGeom xmlns:a="http://schemas.openxmlformats.org/drawingml/2006/main" prst="rect">
            <a:avLst/>
          </a:prstGeom>
        </p:spPr>
      </p:pic>
      <p:sp>
        <p:nvSpPr>
          <p:cNvPr id="5" name="text-87">
            <a:extLst xmlns:a="http://schemas.openxmlformats.org/drawingml/2006/main">
              <a:ext uri="{FF2B5EF4-FFF2-40B4-BE49-F238E27FC236}">
                <a16:creationId xmlns:a16="http://schemas.microsoft.com/office/drawing/2014/main" id="{401A2322-600C-4C71-9A21-E05836DD2B5B}"/>
              </a:ext>
            </a:extLst>
          </p:cNvPr>
          <p:cNvSpPr>
            <a:spLocks xmlns:a="http://schemas.openxmlformats.org/drawingml/2006/main" noGrp="1"/>
          </p:cNvSpPr>
          <p:nvPr/>
        </p:nvSpPr>
        <p:spPr>
          <a:xfrm xmlns:a="http://schemas.openxmlformats.org/drawingml/2006/main">
            <a:off x="666750" y="5286375"/>
            <a:ext cx="528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173D40"/>
                </a:solidFill>
                <a:latin typeface="Arial"/>
                <a:ea typeface="Arial"/>
                <a:cs typeface="Arial"/>
              </a:defRPr>
            </a:defPPr>
            <a:lvl1pPr>
              <a:defRPr sz="1800" b="1">
                <a:solidFill>
                  <a:srgbClr val="173D40"/>
                </a:solidFill>
                <a:latin typeface="Arial"/>
                <a:ea typeface="Arial"/>
                <a:cs typeface="Arial"/>
              </a:defRPr>
            </a:lvl1pPr>
            <a:lvl2pPr>
              <a:defRPr sz="1800" b="1">
                <a:solidFill>
                  <a:srgbClr val="173D40"/>
                </a:solidFill>
                <a:latin typeface="Arial"/>
                <a:ea typeface="Arial"/>
                <a:cs typeface="Arial"/>
              </a:defRPr>
            </a:lvl2pPr>
            <a:lvl3pPr>
              <a:defRPr sz="1800" b="1">
                <a:solidFill>
                  <a:srgbClr val="173D40"/>
                </a:solidFill>
                <a:latin typeface="Arial"/>
                <a:ea typeface="Arial"/>
                <a:cs typeface="Arial"/>
              </a:defRPr>
            </a:lvl3pPr>
            <a:lvl4pPr>
              <a:defRPr sz="1800" b="1">
                <a:solidFill>
                  <a:srgbClr val="173D40"/>
                </a:solidFill>
                <a:latin typeface="Arial"/>
                <a:ea typeface="Arial"/>
                <a:cs typeface="Arial"/>
              </a:defRPr>
            </a:lvl4pPr>
            <a:lvl5pPr>
              <a:defRPr sz="1800" b="1">
                <a:solidFill>
                  <a:srgbClr val="173D40"/>
                </a:solidFill>
                <a:latin typeface="Arial"/>
                <a:ea typeface="Arial"/>
                <a:cs typeface="Arial"/>
              </a:defRPr>
            </a:lvl5pPr>
            <a:lvl6pPr>
              <a:defRPr sz="1800" b="1">
                <a:solidFill>
                  <a:srgbClr val="173D40"/>
                </a:solidFill>
                <a:latin typeface="Arial"/>
                <a:ea typeface="Arial"/>
                <a:cs typeface="Arial"/>
              </a:defRPr>
            </a:lvl6pPr>
            <a:lvl7pPr>
              <a:defRPr sz="1800" b="1">
                <a:solidFill>
                  <a:srgbClr val="173D40"/>
                </a:solidFill>
                <a:latin typeface="Arial"/>
                <a:ea typeface="Arial"/>
                <a:cs typeface="Arial"/>
              </a:defRPr>
            </a:lvl7pPr>
            <a:lvl8pPr>
              <a:defRPr sz="1800" b="1">
                <a:solidFill>
                  <a:srgbClr val="173D40"/>
                </a:solidFill>
                <a:latin typeface="Arial"/>
                <a:ea typeface="Arial"/>
                <a:cs typeface="Arial"/>
              </a:defRPr>
            </a:lvl8pPr>
            <a:lvl9pPr>
              <a:defRPr sz="1800" b="1">
                <a:solidFill>
                  <a:srgbClr val="173D40"/>
                </a:solidFill>
                <a:latin typeface="Arial"/>
                <a:ea typeface="Arial"/>
                <a:cs typeface="Arial"/>
              </a:defRPr>
            </a:lvl9pPr>
          </a:lstStyle>
          <a:p xmlns:a="http://schemas.openxmlformats.org/drawingml/2006/main">
            <a:pPr>
              <a:defRPr sz="1800" b="1">
                <a:solidFill>
                  <a:srgbClr val="173D40"/>
                </a:solidFill>
                <a:latin typeface="Arial"/>
                <a:ea typeface="Arial"/>
                <a:cs typeface="Arial"/>
              </a:defRPr>
            </a:pPr>
            <a:r>
              <a:rPr sz="1800" b="1">
                <a:solidFill>
                  <a:srgbClr val="173D40"/>
                </a:solidFill>
                <a:latin typeface="Arial"/>
                <a:ea typeface="Arial"/>
                <a:cs typeface="Arial"/>
              </a:rPr>
              <a:t>Complete the event details</a:t>
            </a:r>
          </a:p>
        </p:txBody>
      </p:sp>
      <p:sp>
        <p:nvSpPr>
          <p:cNvPr id="6" name="text-88">
            <a:extLst xmlns:a="http://schemas.openxmlformats.org/drawingml/2006/main">
              <a:ext uri="{FF2B5EF4-FFF2-40B4-BE49-F238E27FC236}">
                <a16:creationId xmlns:a16="http://schemas.microsoft.com/office/drawing/2014/main" id="{48C30FE6-4CF6-4C94-B6D5-EDE66257BF1C}"/>
              </a:ext>
            </a:extLst>
          </p:cNvPr>
          <p:cNvSpPr>
            <a:spLocks xmlns:a="http://schemas.openxmlformats.org/drawingml/2006/main" noGrp="1"/>
          </p:cNvSpPr>
          <p:nvPr/>
        </p:nvSpPr>
        <p:spPr>
          <a:xfrm xmlns:a="http://schemas.openxmlformats.org/drawingml/2006/main">
            <a:off x="666750" y="5715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466163"/>
                </a:solidFill>
                <a:latin typeface="Arial"/>
                <a:ea typeface="Arial"/>
                <a:cs typeface="Arial"/>
              </a:defRPr>
            </a:defPPr>
            <a:lvl1pPr>
              <a:defRPr sz="1275" b="0">
                <a:solidFill>
                  <a:srgbClr val="466163"/>
                </a:solidFill>
                <a:latin typeface="Arial"/>
                <a:ea typeface="Arial"/>
                <a:cs typeface="Arial"/>
              </a:defRPr>
            </a:lvl1pPr>
            <a:lvl2pPr>
              <a:defRPr sz="1275" b="0">
                <a:solidFill>
                  <a:srgbClr val="466163"/>
                </a:solidFill>
                <a:latin typeface="Arial"/>
                <a:ea typeface="Arial"/>
                <a:cs typeface="Arial"/>
              </a:defRPr>
            </a:lvl2pPr>
            <a:lvl3pPr>
              <a:defRPr sz="1275" b="0">
                <a:solidFill>
                  <a:srgbClr val="466163"/>
                </a:solidFill>
                <a:latin typeface="Arial"/>
                <a:ea typeface="Arial"/>
                <a:cs typeface="Arial"/>
              </a:defRPr>
            </a:lvl3pPr>
            <a:lvl4pPr>
              <a:defRPr sz="1275" b="0">
                <a:solidFill>
                  <a:srgbClr val="466163"/>
                </a:solidFill>
                <a:latin typeface="Arial"/>
                <a:ea typeface="Arial"/>
                <a:cs typeface="Arial"/>
              </a:defRPr>
            </a:lvl4pPr>
            <a:lvl5pPr>
              <a:defRPr sz="1275" b="0">
                <a:solidFill>
                  <a:srgbClr val="466163"/>
                </a:solidFill>
                <a:latin typeface="Arial"/>
                <a:ea typeface="Arial"/>
                <a:cs typeface="Arial"/>
              </a:defRPr>
            </a:lvl5pPr>
            <a:lvl6pPr>
              <a:defRPr sz="1275" b="0">
                <a:solidFill>
                  <a:srgbClr val="466163"/>
                </a:solidFill>
                <a:latin typeface="Arial"/>
                <a:ea typeface="Arial"/>
                <a:cs typeface="Arial"/>
              </a:defRPr>
            </a:lvl6pPr>
            <a:lvl7pPr>
              <a:defRPr sz="1275" b="0">
                <a:solidFill>
                  <a:srgbClr val="466163"/>
                </a:solidFill>
                <a:latin typeface="Arial"/>
                <a:ea typeface="Arial"/>
                <a:cs typeface="Arial"/>
              </a:defRPr>
            </a:lvl7pPr>
            <a:lvl8pPr>
              <a:defRPr sz="1275" b="0">
                <a:solidFill>
                  <a:srgbClr val="466163"/>
                </a:solidFill>
                <a:latin typeface="Arial"/>
                <a:ea typeface="Arial"/>
                <a:cs typeface="Arial"/>
              </a:defRPr>
            </a:lvl8pPr>
            <a:lvl9pPr>
              <a:defRPr sz="1275" b="0">
                <a:solidFill>
                  <a:srgbClr val="466163"/>
                </a:solidFill>
                <a:latin typeface="Arial"/>
                <a:ea typeface="Arial"/>
                <a:cs typeface="Arial"/>
              </a:defRPr>
            </a:lvl9pPr>
          </a:lstStyle>
          <a:p xmlns:a="http://schemas.openxmlformats.org/drawingml/2006/main">
            <a:pPr>
              <a:defRPr sz="1275" b="0">
                <a:solidFill>
                  <a:srgbClr val="466163"/>
                </a:solidFill>
                <a:latin typeface="Arial"/>
                <a:ea typeface="Arial"/>
                <a:cs typeface="Arial"/>
              </a:defRPr>
            </a:pPr>
            <a:r>
              <a:rPr sz="1275" b="0">
                <a:solidFill>
                  <a:srgbClr val="466163"/>
                </a:solidFill>
                <a:latin typeface="Arial"/>
                <a:ea typeface="Arial"/>
                <a:cs typeface="Arial"/>
              </a:rPr>
              <a:t>Sample data. The form contains browser-only sample information. No inquiry is saved.</a:t>
            </a:r>
          </a:p>
        </p:txBody>
      </p:sp>
      <p:pic>
        <p:nvPicPr>
          <p:cNvPr id="7" name="">
            <a:extLst xmlns:a="http://schemas.openxmlformats.org/drawingml/2006/main">
              <a:ext uri="{FF2B5EF4-FFF2-40B4-BE49-F238E27FC236}">
                <a16:creationId xmlns:a16="http://schemas.microsoft.com/office/drawing/2014/main" id="{5569A05F-780E-4DB9-9E12-44865D742C23}"/>
              </a:ext>
            </a:extLst>
          </p:cNvPr>
          <p:cNvPicPr>
            <a:picLocks xmlns:a="http://schemas.openxmlformats.org/drawingml/2006/main" noChangeAspect="1"/>
          </p:cNvPicPr>
          <p:nvPr/>
        </p:nvPicPr>
        <p:blipFill>
          <a:blip xmlns:r="http://schemas.openxmlformats.org/officeDocument/2006/relationships" xmlns:a="http://schemas.openxmlformats.org/drawingml/2006/main" r:embed="Rd0b5447f18834492"/>
          <a:stretch xmlns:a="http://schemas.openxmlformats.org/drawingml/2006/main"/>
        </p:blipFill>
        <p:spPr>
          <a:xfrm xmlns:a="http://schemas.openxmlformats.org/drawingml/2006/main">
            <a:off x="6582728" y="1762125"/>
            <a:ext cx="4598670" cy="3381375"/>
          </a:xfrm>
          <a:prstGeom xmlns:a="http://schemas.openxmlformats.org/drawingml/2006/main" prst="rect">
            <a:avLst/>
          </a:prstGeom>
        </p:spPr>
      </p:pic>
      <p:sp>
        <p:nvSpPr>
          <p:cNvPr id="8" name="text-89">
            <a:extLst xmlns:a="http://schemas.openxmlformats.org/drawingml/2006/main">
              <a:ext uri="{FF2B5EF4-FFF2-40B4-BE49-F238E27FC236}">
                <a16:creationId xmlns:a16="http://schemas.microsoft.com/office/drawing/2014/main" id="{F2EFBAA2-914E-438E-A64E-2DE50591B5B7}"/>
              </a:ext>
            </a:extLst>
          </p:cNvPr>
          <p:cNvSpPr>
            <a:spLocks xmlns:a="http://schemas.openxmlformats.org/drawingml/2006/main" noGrp="1"/>
          </p:cNvSpPr>
          <p:nvPr/>
        </p:nvSpPr>
        <p:spPr>
          <a:xfrm xmlns:a="http://schemas.openxmlformats.org/drawingml/2006/main">
            <a:off x="6238875" y="5286375"/>
            <a:ext cx="528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173D40"/>
                </a:solidFill>
                <a:latin typeface="Arial"/>
                <a:ea typeface="Arial"/>
                <a:cs typeface="Arial"/>
              </a:defRPr>
            </a:defPPr>
            <a:lvl1pPr>
              <a:defRPr sz="1800" b="1">
                <a:solidFill>
                  <a:srgbClr val="173D40"/>
                </a:solidFill>
                <a:latin typeface="Arial"/>
                <a:ea typeface="Arial"/>
                <a:cs typeface="Arial"/>
              </a:defRPr>
            </a:lvl1pPr>
            <a:lvl2pPr>
              <a:defRPr sz="1800" b="1">
                <a:solidFill>
                  <a:srgbClr val="173D40"/>
                </a:solidFill>
                <a:latin typeface="Arial"/>
                <a:ea typeface="Arial"/>
                <a:cs typeface="Arial"/>
              </a:defRPr>
            </a:lvl2pPr>
            <a:lvl3pPr>
              <a:defRPr sz="1800" b="1">
                <a:solidFill>
                  <a:srgbClr val="173D40"/>
                </a:solidFill>
                <a:latin typeface="Arial"/>
                <a:ea typeface="Arial"/>
                <a:cs typeface="Arial"/>
              </a:defRPr>
            </a:lvl3pPr>
            <a:lvl4pPr>
              <a:defRPr sz="1800" b="1">
                <a:solidFill>
                  <a:srgbClr val="173D40"/>
                </a:solidFill>
                <a:latin typeface="Arial"/>
                <a:ea typeface="Arial"/>
                <a:cs typeface="Arial"/>
              </a:defRPr>
            </a:lvl4pPr>
            <a:lvl5pPr>
              <a:defRPr sz="1800" b="1">
                <a:solidFill>
                  <a:srgbClr val="173D40"/>
                </a:solidFill>
                <a:latin typeface="Arial"/>
                <a:ea typeface="Arial"/>
                <a:cs typeface="Arial"/>
              </a:defRPr>
            </a:lvl5pPr>
            <a:lvl6pPr>
              <a:defRPr sz="1800" b="1">
                <a:solidFill>
                  <a:srgbClr val="173D40"/>
                </a:solidFill>
                <a:latin typeface="Arial"/>
                <a:ea typeface="Arial"/>
                <a:cs typeface="Arial"/>
              </a:defRPr>
            </a:lvl6pPr>
            <a:lvl7pPr>
              <a:defRPr sz="1800" b="1">
                <a:solidFill>
                  <a:srgbClr val="173D40"/>
                </a:solidFill>
                <a:latin typeface="Arial"/>
                <a:ea typeface="Arial"/>
                <a:cs typeface="Arial"/>
              </a:defRPr>
            </a:lvl7pPr>
            <a:lvl8pPr>
              <a:defRPr sz="1800" b="1">
                <a:solidFill>
                  <a:srgbClr val="173D40"/>
                </a:solidFill>
                <a:latin typeface="Arial"/>
                <a:ea typeface="Arial"/>
                <a:cs typeface="Arial"/>
              </a:defRPr>
            </a:lvl8pPr>
            <a:lvl9pPr>
              <a:defRPr sz="1800" b="1">
                <a:solidFill>
                  <a:srgbClr val="173D40"/>
                </a:solidFill>
                <a:latin typeface="Arial"/>
                <a:ea typeface="Arial"/>
                <a:cs typeface="Arial"/>
              </a:defRPr>
            </a:lvl9pPr>
          </a:lstStyle>
          <a:p xmlns:a="http://schemas.openxmlformats.org/drawingml/2006/main">
            <a:pPr>
              <a:defRPr sz="1800" b="1">
                <a:solidFill>
                  <a:srgbClr val="173D40"/>
                </a:solidFill>
                <a:latin typeface="Arial"/>
                <a:ea typeface="Arial"/>
                <a:cs typeface="Arial"/>
              </a:defRPr>
            </a:pPr>
            <a:r>
              <a:rPr sz="1800" b="1">
                <a:solidFill>
                  <a:srgbClr val="173D40"/>
                </a:solidFill>
                <a:latin typeface="Arial"/>
                <a:ea typeface="Arial"/>
                <a:cs typeface="Arial"/>
              </a:rPr>
              <a:t>Review Google’s booking questions</a:t>
            </a:r>
          </a:p>
        </p:txBody>
      </p:sp>
      <p:sp>
        <p:nvSpPr>
          <p:cNvPr id="9" name="text-90">
            <a:extLst xmlns:a="http://schemas.openxmlformats.org/drawingml/2006/main">
              <a:ext uri="{FF2B5EF4-FFF2-40B4-BE49-F238E27FC236}">
                <a16:creationId xmlns:a16="http://schemas.microsoft.com/office/drawing/2014/main" id="{25156486-6340-4D0A-A1EB-73F0A45D9489}"/>
              </a:ext>
            </a:extLst>
          </p:cNvPr>
          <p:cNvSpPr>
            <a:spLocks xmlns:a="http://schemas.openxmlformats.org/drawingml/2006/main" noGrp="1"/>
          </p:cNvSpPr>
          <p:nvPr/>
        </p:nvSpPr>
        <p:spPr>
          <a:xfrm xmlns:a="http://schemas.openxmlformats.org/drawingml/2006/main">
            <a:off x="6238875" y="5715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466163"/>
                </a:solidFill>
                <a:latin typeface="Arial"/>
                <a:ea typeface="Arial"/>
                <a:cs typeface="Arial"/>
              </a:defRPr>
            </a:defPPr>
            <a:lvl1pPr>
              <a:defRPr sz="1275" b="0">
                <a:solidFill>
                  <a:srgbClr val="466163"/>
                </a:solidFill>
                <a:latin typeface="Arial"/>
                <a:ea typeface="Arial"/>
                <a:cs typeface="Arial"/>
              </a:defRPr>
            </a:lvl1pPr>
            <a:lvl2pPr>
              <a:defRPr sz="1275" b="0">
                <a:solidFill>
                  <a:srgbClr val="466163"/>
                </a:solidFill>
                <a:latin typeface="Arial"/>
                <a:ea typeface="Arial"/>
                <a:cs typeface="Arial"/>
              </a:defRPr>
            </a:lvl2pPr>
            <a:lvl3pPr>
              <a:defRPr sz="1275" b="0">
                <a:solidFill>
                  <a:srgbClr val="466163"/>
                </a:solidFill>
                <a:latin typeface="Arial"/>
                <a:ea typeface="Arial"/>
                <a:cs typeface="Arial"/>
              </a:defRPr>
            </a:lvl3pPr>
            <a:lvl4pPr>
              <a:defRPr sz="1275" b="0">
                <a:solidFill>
                  <a:srgbClr val="466163"/>
                </a:solidFill>
                <a:latin typeface="Arial"/>
                <a:ea typeface="Arial"/>
                <a:cs typeface="Arial"/>
              </a:defRPr>
            </a:lvl4pPr>
            <a:lvl5pPr>
              <a:defRPr sz="1275" b="0">
                <a:solidFill>
                  <a:srgbClr val="466163"/>
                </a:solidFill>
                <a:latin typeface="Arial"/>
                <a:ea typeface="Arial"/>
                <a:cs typeface="Arial"/>
              </a:defRPr>
            </a:lvl5pPr>
            <a:lvl6pPr>
              <a:defRPr sz="1275" b="0">
                <a:solidFill>
                  <a:srgbClr val="466163"/>
                </a:solidFill>
                <a:latin typeface="Arial"/>
                <a:ea typeface="Arial"/>
                <a:cs typeface="Arial"/>
              </a:defRPr>
            </a:lvl6pPr>
            <a:lvl7pPr>
              <a:defRPr sz="1275" b="0">
                <a:solidFill>
                  <a:srgbClr val="466163"/>
                </a:solidFill>
                <a:latin typeface="Arial"/>
                <a:ea typeface="Arial"/>
                <a:cs typeface="Arial"/>
              </a:defRPr>
            </a:lvl7pPr>
            <a:lvl8pPr>
              <a:defRPr sz="1275" b="0">
                <a:solidFill>
                  <a:srgbClr val="466163"/>
                </a:solidFill>
                <a:latin typeface="Arial"/>
                <a:ea typeface="Arial"/>
                <a:cs typeface="Arial"/>
              </a:defRPr>
            </a:lvl8pPr>
            <a:lvl9pPr>
              <a:defRPr sz="1275" b="0">
                <a:solidFill>
                  <a:srgbClr val="466163"/>
                </a:solidFill>
                <a:latin typeface="Arial"/>
                <a:ea typeface="Arial"/>
                <a:cs typeface="Arial"/>
              </a:defRPr>
            </a:lvl9pPr>
          </a:lstStyle>
          <a:p xmlns:a="http://schemas.openxmlformats.org/drawingml/2006/main">
            <a:pPr>
              <a:defRPr sz="1275" b="0">
                <a:solidFill>
                  <a:srgbClr val="466163"/>
                </a:solidFill>
                <a:latin typeface="Arial"/>
                <a:ea typeface="Arial"/>
                <a:cs typeface="Arial"/>
              </a:defRPr>
            </a:pPr>
            <a:r>
              <a:rPr sz="1275" b="0">
                <a:solidFill>
                  <a:srgbClr val="466163"/>
                </a:solidFill>
                <a:latin typeface="Arial"/>
                <a:ea typeface="Arial"/>
                <a:cs typeface="Arial"/>
              </a:rPr>
              <a:t>Live screen. Required event details, dates, and budget were checked. The Book button was not clicked.</a:t>
            </a:r>
          </a:p>
        </p:txBody>
      </p:sp>
      <p:sp>
        <p:nvSpPr>
          <p:cNvPr id="10" name="text-91">
            <a:extLst xmlns:a="http://schemas.openxmlformats.org/drawingml/2006/main">
              <a:ext uri="{FF2B5EF4-FFF2-40B4-BE49-F238E27FC236}">
                <a16:creationId xmlns:a16="http://schemas.microsoft.com/office/drawing/2014/main" id="{B24A4B65-323D-41B8-9348-3A47AA1E388F}"/>
              </a:ext>
            </a:extLst>
          </p:cNvPr>
          <p:cNvSpPr>
            <a:spLocks xmlns:a="http://schemas.openxmlformats.org/drawingml/2006/main" noGrp="1"/>
          </p:cNvSpPr>
          <p:nvPr/>
        </p:nvSpPr>
        <p:spPr>
          <a:xfrm xmlns:a="http://schemas.openxmlformats.org/drawingml/2006/main">
            <a:off x="666750" y="1190625"/>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367577"/>
                </a:solidFill>
                <a:latin typeface="Arial"/>
                <a:ea typeface="Arial"/>
                <a:cs typeface="Arial"/>
              </a:defRPr>
            </a:defPPr>
            <a:lvl1pPr>
              <a:defRPr sz="1650" b="1">
                <a:solidFill>
                  <a:srgbClr val="367577"/>
                </a:solidFill>
                <a:latin typeface="Arial"/>
                <a:ea typeface="Arial"/>
                <a:cs typeface="Arial"/>
              </a:defRPr>
            </a:lvl1pPr>
            <a:lvl2pPr>
              <a:defRPr sz="1650" b="1">
                <a:solidFill>
                  <a:srgbClr val="367577"/>
                </a:solidFill>
                <a:latin typeface="Arial"/>
                <a:ea typeface="Arial"/>
                <a:cs typeface="Arial"/>
              </a:defRPr>
            </a:lvl2pPr>
            <a:lvl3pPr>
              <a:defRPr sz="1650" b="1">
                <a:solidFill>
                  <a:srgbClr val="367577"/>
                </a:solidFill>
                <a:latin typeface="Arial"/>
                <a:ea typeface="Arial"/>
                <a:cs typeface="Arial"/>
              </a:defRPr>
            </a:lvl3pPr>
            <a:lvl4pPr>
              <a:defRPr sz="1650" b="1">
                <a:solidFill>
                  <a:srgbClr val="367577"/>
                </a:solidFill>
                <a:latin typeface="Arial"/>
                <a:ea typeface="Arial"/>
                <a:cs typeface="Arial"/>
              </a:defRPr>
            </a:lvl4pPr>
            <a:lvl5pPr>
              <a:defRPr sz="1650" b="1">
                <a:solidFill>
                  <a:srgbClr val="367577"/>
                </a:solidFill>
                <a:latin typeface="Arial"/>
                <a:ea typeface="Arial"/>
                <a:cs typeface="Arial"/>
              </a:defRPr>
            </a:lvl5pPr>
            <a:lvl6pPr>
              <a:defRPr sz="1650" b="1">
                <a:solidFill>
                  <a:srgbClr val="367577"/>
                </a:solidFill>
                <a:latin typeface="Arial"/>
                <a:ea typeface="Arial"/>
                <a:cs typeface="Arial"/>
              </a:defRPr>
            </a:lvl6pPr>
            <a:lvl7pPr>
              <a:defRPr sz="1650" b="1">
                <a:solidFill>
                  <a:srgbClr val="367577"/>
                </a:solidFill>
                <a:latin typeface="Arial"/>
                <a:ea typeface="Arial"/>
                <a:cs typeface="Arial"/>
              </a:defRPr>
            </a:lvl7pPr>
            <a:lvl8pPr>
              <a:defRPr sz="1650" b="1">
                <a:solidFill>
                  <a:srgbClr val="367577"/>
                </a:solidFill>
                <a:latin typeface="Arial"/>
                <a:ea typeface="Arial"/>
                <a:cs typeface="Arial"/>
              </a:defRPr>
            </a:lvl8pPr>
            <a:lvl9pPr>
              <a:defRPr sz="1650" b="1">
                <a:solidFill>
                  <a:srgbClr val="367577"/>
                </a:solidFill>
                <a:latin typeface="Arial"/>
                <a:ea typeface="Arial"/>
                <a:cs typeface="Arial"/>
              </a:defRPr>
            </a:lvl9pPr>
          </a:lstStyle>
          <a:p xmlns:a="http://schemas.openxmlformats.org/drawingml/2006/main">
            <a:pPr>
              <a:defRPr sz="1650" b="1">
                <a:solidFill>
                  <a:srgbClr val="367577"/>
                </a:solidFill>
                <a:latin typeface="Arial"/>
                <a:ea typeface="Arial"/>
                <a:cs typeface="Arial"/>
              </a:defRPr>
            </a:pPr>
            <a:r>
              <a:rPr sz="1650" u="sng">
                <a:solidFill>
                  <a:srgbClr val="367577"/>
                </a:solidFill>
                <a:latin typeface="Arial"/>
                <a:ea typeface="Arial"/>
                <a:cs typeface="Arial"/>
                <a:hlinkClick xmlns:r="http://schemas.openxmlformats.org/officeDocument/2006/relationships" r:id="R4cd489c2e9cc409f"/>
              </a:rPr>
              <a:t>Open all step images in the guide</a:t>
            </a:r>
          </a:p>
        </p:txBody>
      </p:sp>
    </p:spTree>
    <p:extLst>
      <p:ext uri="{BB962C8B-B14F-4D97-AF65-F5344CB8AC3E}">
        <p14:creationId xmlns:p14="http://schemas.microsoft.com/office/powerpoint/2010/main" val="2038823261"/>
      </p:ext>
    </p:extLst>
  </p:cSld>
</p:sld>
</file>

<file path=ppt/slides/slide12.xml><?xml version="1.0" encoding="utf-8"?>
<p:sld xmlns:p="http://schemas.openxmlformats.org/presentationml/2006/main" show="0">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11" name="text-92">
            <a:extLst xmlns:a="http://schemas.openxmlformats.org/drawingml/2006/main">
              <a:ext uri="{FF2B5EF4-FFF2-40B4-BE49-F238E27FC236}">
                <a16:creationId xmlns:a16="http://schemas.microsoft.com/office/drawing/2014/main" id="{E7CE61CC-6ECB-4B42-86E0-56A32817CE0F}"/>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Service request flow</a:t>
            </a:r>
          </a:p>
        </p:txBody>
      </p:sp>
      <p:sp>
        <p:nvSpPr>
          <p:cNvPr id="2" name="text-93">
            <a:extLst xmlns:a="http://schemas.openxmlformats.org/drawingml/2006/main">
              <a:ext uri="{FF2B5EF4-FFF2-40B4-BE49-F238E27FC236}">
                <a16:creationId xmlns:a16="http://schemas.microsoft.com/office/drawing/2014/main" id="{C95A834E-D617-4129-B367-B3C92A8105A1}"/>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94">
            <a:extLst xmlns:a="http://schemas.openxmlformats.org/drawingml/2006/main">
              <a:ext uri="{FF2B5EF4-FFF2-40B4-BE49-F238E27FC236}">
                <a16:creationId xmlns:a16="http://schemas.microsoft.com/office/drawing/2014/main" id="{DFF885B9-E0BA-41CD-8F29-6641BA41183A}"/>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12</a:t>
            </a:r>
          </a:p>
        </p:txBody>
      </p:sp>
      <p:pic>
        <p:nvPicPr>
          <p:cNvPr id="4" name="">
            <a:extLst xmlns:a="http://schemas.openxmlformats.org/drawingml/2006/main">
              <a:ext uri="{FF2B5EF4-FFF2-40B4-BE49-F238E27FC236}">
                <a16:creationId xmlns:a16="http://schemas.microsoft.com/office/drawing/2014/main" id="{059A77F7-C9A9-42CF-8A4F-13110D38C5E3}"/>
              </a:ext>
            </a:extLst>
          </p:cNvPr>
          <p:cNvPicPr>
            <a:picLocks xmlns:a="http://schemas.openxmlformats.org/drawingml/2006/main" noChangeAspect="1"/>
          </p:cNvPicPr>
          <p:nvPr/>
        </p:nvPicPr>
        <p:blipFill>
          <a:blip xmlns:r="http://schemas.openxmlformats.org/officeDocument/2006/relationships" xmlns:a="http://schemas.openxmlformats.org/drawingml/2006/main" r:embed="R177bbb26c37d4549"/>
          <a:stretch xmlns:a="http://schemas.openxmlformats.org/drawingml/2006/main"/>
        </p:blipFill>
        <p:spPr>
          <a:xfrm xmlns:a="http://schemas.openxmlformats.org/drawingml/2006/main">
            <a:off x="2201744" y="1762125"/>
            <a:ext cx="2216388" cy="3381375"/>
          </a:xfrm>
          <a:prstGeom xmlns:a="http://schemas.openxmlformats.org/drawingml/2006/main" prst="rect">
            <a:avLst/>
          </a:prstGeom>
        </p:spPr>
      </p:pic>
      <p:sp>
        <p:nvSpPr>
          <p:cNvPr id="5" name="text-95">
            <a:extLst xmlns:a="http://schemas.openxmlformats.org/drawingml/2006/main">
              <a:ext uri="{FF2B5EF4-FFF2-40B4-BE49-F238E27FC236}">
                <a16:creationId xmlns:a16="http://schemas.microsoft.com/office/drawing/2014/main" id="{DD1718ED-85FC-4C20-AE4E-FD4E9D6DEC93}"/>
              </a:ext>
            </a:extLst>
          </p:cNvPr>
          <p:cNvSpPr>
            <a:spLocks xmlns:a="http://schemas.openxmlformats.org/drawingml/2006/main" noGrp="1"/>
          </p:cNvSpPr>
          <p:nvPr/>
        </p:nvSpPr>
        <p:spPr>
          <a:xfrm xmlns:a="http://schemas.openxmlformats.org/drawingml/2006/main">
            <a:off x="666750" y="5286375"/>
            <a:ext cx="528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173D40"/>
                </a:solidFill>
                <a:latin typeface="Arial"/>
                <a:ea typeface="Arial"/>
                <a:cs typeface="Arial"/>
              </a:defRPr>
            </a:defPPr>
            <a:lvl1pPr>
              <a:defRPr sz="1800" b="1">
                <a:solidFill>
                  <a:srgbClr val="173D40"/>
                </a:solidFill>
                <a:latin typeface="Arial"/>
                <a:ea typeface="Arial"/>
                <a:cs typeface="Arial"/>
              </a:defRPr>
            </a:lvl1pPr>
            <a:lvl2pPr>
              <a:defRPr sz="1800" b="1">
                <a:solidFill>
                  <a:srgbClr val="173D40"/>
                </a:solidFill>
                <a:latin typeface="Arial"/>
                <a:ea typeface="Arial"/>
                <a:cs typeface="Arial"/>
              </a:defRPr>
            </a:lvl2pPr>
            <a:lvl3pPr>
              <a:defRPr sz="1800" b="1">
                <a:solidFill>
                  <a:srgbClr val="173D40"/>
                </a:solidFill>
                <a:latin typeface="Arial"/>
                <a:ea typeface="Arial"/>
                <a:cs typeface="Arial"/>
              </a:defRPr>
            </a:lvl3pPr>
            <a:lvl4pPr>
              <a:defRPr sz="1800" b="1">
                <a:solidFill>
                  <a:srgbClr val="173D40"/>
                </a:solidFill>
                <a:latin typeface="Arial"/>
                <a:ea typeface="Arial"/>
                <a:cs typeface="Arial"/>
              </a:defRPr>
            </a:lvl4pPr>
            <a:lvl5pPr>
              <a:defRPr sz="1800" b="1">
                <a:solidFill>
                  <a:srgbClr val="173D40"/>
                </a:solidFill>
                <a:latin typeface="Arial"/>
                <a:ea typeface="Arial"/>
                <a:cs typeface="Arial"/>
              </a:defRPr>
            </a:lvl5pPr>
            <a:lvl6pPr>
              <a:defRPr sz="1800" b="1">
                <a:solidFill>
                  <a:srgbClr val="173D40"/>
                </a:solidFill>
                <a:latin typeface="Arial"/>
                <a:ea typeface="Arial"/>
                <a:cs typeface="Arial"/>
              </a:defRPr>
            </a:lvl6pPr>
            <a:lvl7pPr>
              <a:defRPr sz="1800" b="1">
                <a:solidFill>
                  <a:srgbClr val="173D40"/>
                </a:solidFill>
                <a:latin typeface="Arial"/>
                <a:ea typeface="Arial"/>
                <a:cs typeface="Arial"/>
              </a:defRPr>
            </a:lvl7pPr>
            <a:lvl8pPr>
              <a:defRPr sz="1800" b="1">
                <a:solidFill>
                  <a:srgbClr val="173D40"/>
                </a:solidFill>
                <a:latin typeface="Arial"/>
                <a:ea typeface="Arial"/>
                <a:cs typeface="Arial"/>
              </a:defRPr>
            </a:lvl8pPr>
            <a:lvl9pPr>
              <a:defRPr sz="1800" b="1">
                <a:solidFill>
                  <a:srgbClr val="173D40"/>
                </a:solidFill>
                <a:latin typeface="Arial"/>
                <a:ea typeface="Arial"/>
                <a:cs typeface="Arial"/>
              </a:defRPr>
            </a:lvl9pPr>
          </a:lstStyle>
          <a:p xmlns:a="http://schemas.openxmlformats.org/drawingml/2006/main">
            <a:pPr>
              <a:defRPr sz="1800" b="1">
                <a:solidFill>
                  <a:srgbClr val="173D40"/>
                </a:solidFill>
                <a:latin typeface="Arial"/>
                <a:ea typeface="Arial"/>
                <a:cs typeface="Arial"/>
              </a:defRPr>
            </a:pPr>
            <a:r>
              <a:rPr sz="1800" b="1">
                <a:solidFill>
                  <a:srgbClr val="173D40"/>
                </a:solidFill>
                <a:latin typeface="Arial"/>
                <a:ea typeface="Arial"/>
                <a:cs typeface="Arial"/>
              </a:rPr>
              <a:t>Review the request form</a:t>
            </a:r>
          </a:p>
        </p:txBody>
      </p:sp>
      <p:sp>
        <p:nvSpPr>
          <p:cNvPr id="6" name="text-96">
            <a:extLst xmlns:a="http://schemas.openxmlformats.org/drawingml/2006/main">
              <a:ext uri="{FF2B5EF4-FFF2-40B4-BE49-F238E27FC236}">
                <a16:creationId xmlns:a16="http://schemas.microsoft.com/office/drawing/2014/main" id="{471D7C12-B54E-40F1-8FCD-624C330E24CF}"/>
              </a:ext>
            </a:extLst>
          </p:cNvPr>
          <p:cNvSpPr>
            <a:spLocks xmlns:a="http://schemas.openxmlformats.org/drawingml/2006/main" noGrp="1"/>
          </p:cNvSpPr>
          <p:nvPr/>
        </p:nvSpPr>
        <p:spPr>
          <a:xfrm xmlns:a="http://schemas.openxmlformats.org/drawingml/2006/main">
            <a:off x="666750" y="5715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466163"/>
                </a:solidFill>
                <a:latin typeface="Arial"/>
                <a:ea typeface="Arial"/>
                <a:cs typeface="Arial"/>
              </a:defRPr>
            </a:defPPr>
            <a:lvl1pPr>
              <a:defRPr sz="1275" b="0">
                <a:solidFill>
                  <a:srgbClr val="466163"/>
                </a:solidFill>
                <a:latin typeface="Arial"/>
                <a:ea typeface="Arial"/>
                <a:cs typeface="Arial"/>
              </a:defRPr>
            </a:lvl1pPr>
            <a:lvl2pPr>
              <a:defRPr sz="1275" b="0">
                <a:solidFill>
                  <a:srgbClr val="466163"/>
                </a:solidFill>
                <a:latin typeface="Arial"/>
                <a:ea typeface="Arial"/>
                <a:cs typeface="Arial"/>
              </a:defRPr>
            </a:lvl2pPr>
            <a:lvl3pPr>
              <a:defRPr sz="1275" b="0">
                <a:solidFill>
                  <a:srgbClr val="466163"/>
                </a:solidFill>
                <a:latin typeface="Arial"/>
                <a:ea typeface="Arial"/>
                <a:cs typeface="Arial"/>
              </a:defRPr>
            </a:lvl3pPr>
            <a:lvl4pPr>
              <a:defRPr sz="1275" b="0">
                <a:solidFill>
                  <a:srgbClr val="466163"/>
                </a:solidFill>
                <a:latin typeface="Arial"/>
                <a:ea typeface="Arial"/>
                <a:cs typeface="Arial"/>
              </a:defRPr>
            </a:lvl4pPr>
            <a:lvl5pPr>
              <a:defRPr sz="1275" b="0">
                <a:solidFill>
                  <a:srgbClr val="466163"/>
                </a:solidFill>
                <a:latin typeface="Arial"/>
                <a:ea typeface="Arial"/>
                <a:cs typeface="Arial"/>
              </a:defRPr>
            </a:lvl5pPr>
            <a:lvl6pPr>
              <a:defRPr sz="1275" b="0">
                <a:solidFill>
                  <a:srgbClr val="466163"/>
                </a:solidFill>
                <a:latin typeface="Arial"/>
                <a:ea typeface="Arial"/>
                <a:cs typeface="Arial"/>
              </a:defRPr>
            </a:lvl6pPr>
            <a:lvl7pPr>
              <a:defRPr sz="1275" b="0">
                <a:solidFill>
                  <a:srgbClr val="466163"/>
                </a:solidFill>
                <a:latin typeface="Arial"/>
                <a:ea typeface="Arial"/>
                <a:cs typeface="Arial"/>
              </a:defRPr>
            </a:lvl7pPr>
            <a:lvl8pPr>
              <a:defRPr sz="1275" b="0">
                <a:solidFill>
                  <a:srgbClr val="466163"/>
                </a:solidFill>
                <a:latin typeface="Arial"/>
                <a:ea typeface="Arial"/>
                <a:cs typeface="Arial"/>
              </a:defRPr>
            </a:lvl8pPr>
            <a:lvl9pPr>
              <a:defRPr sz="1275" b="0">
                <a:solidFill>
                  <a:srgbClr val="466163"/>
                </a:solidFill>
                <a:latin typeface="Arial"/>
                <a:ea typeface="Arial"/>
                <a:cs typeface="Arial"/>
              </a:defRPr>
            </a:lvl9pPr>
          </a:lstStyle>
          <a:p xmlns:a="http://schemas.openxmlformats.org/drawingml/2006/main">
            <a:pPr>
              <a:defRPr sz="1275" b="0">
                <a:solidFill>
                  <a:srgbClr val="466163"/>
                </a:solidFill>
                <a:latin typeface="Arial"/>
                <a:ea typeface="Arial"/>
                <a:cs typeface="Arial"/>
              </a:defRPr>
            </a:pPr>
            <a:r>
              <a:rPr sz="1275" b="0">
                <a:solidFill>
                  <a:srgbClr val="466163"/>
                </a:solidFill>
                <a:latin typeface="Arial"/>
                <a:ea typeface="Arial"/>
                <a:cs typeface="Arial"/>
              </a:rPr>
              <a:t>Live screen. This form requests availability. It does not confirm a booking.</a:t>
            </a:r>
          </a:p>
        </p:txBody>
      </p:sp>
      <p:pic>
        <p:nvPicPr>
          <p:cNvPr id="7" name="">
            <a:extLst xmlns:a="http://schemas.openxmlformats.org/drawingml/2006/main">
              <a:ext uri="{FF2B5EF4-FFF2-40B4-BE49-F238E27FC236}">
                <a16:creationId xmlns:a16="http://schemas.microsoft.com/office/drawing/2014/main" id="{375EB530-FB36-45C5-9FDE-03ED89D2E0AC}"/>
              </a:ext>
            </a:extLst>
          </p:cNvPr>
          <p:cNvPicPr>
            <a:picLocks xmlns:a="http://schemas.openxmlformats.org/drawingml/2006/main" noChangeAspect="1"/>
          </p:cNvPicPr>
          <p:nvPr/>
        </p:nvPicPr>
        <p:blipFill>
          <a:blip xmlns:r="http://schemas.openxmlformats.org/officeDocument/2006/relationships" xmlns:a="http://schemas.openxmlformats.org/drawingml/2006/main" r:embed="R733c9f93c39c43f6"/>
          <a:stretch xmlns:a="http://schemas.openxmlformats.org/drawingml/2006/main"/>
        </p:blipFill>
        <p:spPr>
          <a:xfrm xmlns:a="http://schemas.openxmlformats.org/drawingml/2006/main">
            <a:off x="6238875" y="2497653"/>
            <a:ext cx="5286375" cy="1910319"/>
          </a:xfrm>
          <a:prstGeom xmlns:a="http://schemas.openxmlformats.org/drawingml/2006/main" prst="rect">
            <a:avLst/>
          </a:prstGeom>
        </p:spPr>
      </p:pic>
      <p:sp>
        <p:nvSpPr>
          <p:cNvPr id="8" name="text-97">
            <a:extLst xmlns:a="http://schemas.openxmlformats.org/drawingml/2006/main">
              <a:ext uri="{FF2B5EF4-FFF2-40B4-BE49-F238E27FC236}">
                <a16:creationId xmlns:a16="http://schemas.microsoft.com/office/drawing/2014/main" id="{EB5F0AD9-79E0-4BC4-B0F6-D26E9427A557}"/>
              </a:ext>
            </a:extLst>
          </p:cNvPr>
          <p:cNvSpPr>
            <a:spLocks xmlns:a="http://schemas.openxmlformats.org/drawingml/2006/main" noGrp="1"/>
          </p:cNvSpPr>
          <p:nvPr/>
        </p:nvSpPr>
        <p:spPr>
          <a:xfrm xmlns:a="http://schemas.openxmlformats.org/drawingml/2006/main">
            <a:off x="6238875" y="5286375"/>
            <a:ext cx="528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173D40"/>
                </a:solidFill>
                <a:latin typeface="Arial"/>
                <a:ea typeface="Arial"/>
                <a:cs typeface="Arial"/>
              </a:defRPr>
            </a:defPPr>
            <a:lvl1pPr>
              <a:defRPr sz="1800" b="1">
                <a:solidFill>
                  <a:srgbClr val="173D40"/>
                </a:solidFill>
                <a:latin typeface="Arial"/>
                <a:ea typeface="Arial"/>
                <a:cs typeface="Arial"/>
              </a:defRPr>
            </a:lvl1pPr>
            <a:lvl2pPr>
              <a:defRPr sz="1800" b="1">
                <a:solidFill>
                  <a:srgbClr val="173D40"/>
                </a:solidFill>
                <a:latin typeface="Arial"/>
                <a:ea typeface="Arial"/>
                <a:cs typeface="Arial"/>
              </a:defRPr>
            </a:lvl2pPr>
            <a:lvl3pPr>
              <a:defRPr sz="1800" b="1">
                <a:solidFill>
                  <a:srgbClr val="173D40"/>
                </a:solidFill>
                <a:latin typeface="Arial"/>
                <a:ea typeface="Arial"/>
                <a:cs typeface="Arial"/>
              </a:defRPr>
            </a:lvl3pPr>
            <a:lvl4pPr>
              <a:defRPr sz="1800" b="1">
                <a:solidFill>
                  <a:srgbClr val="173D40"/>
                </a:solidFill>
                <a:latin typeface="Arial"/>
                <a:ea typeface="Arial"/>
                <a:cs typeface="Arial"/>
              </a:defRPr>
            </a:lvl4pPr>
            <a:lvl5pPr>
              <a:defRPr sz="1800" b="1">
                <a:solidFill>
                  <a:srgbClr val="173D40"/>
                </a:solidFill>
                <a:latin typeface="Arial"/>
                <a:ea typeface="Arial"/>
                <a:cs typeface="Arial"/>
              </a:defRPr>
            </a:lvl5pPr>
            <a:lvl6pPr>
              <a:defRPr sz="1800" b="1">
                <a:solidFill>
                  <a:srgbClr val="173D40"/>
                </a:solidFill>
                <a:latin typeface="Arial"/>
                <a:ea typeface="Arial"/>
                <a:cs typeface="Arial"/>
              </a:defRPr>
            </a:lvl6pPr>
            <a:lvl7pPr>
              <a:defRPr sz="1800" b="1">
                <a:solidFill>
                  <a:srgbClr val="173D40"/>
                </a:solidFill>
                <a:latin typeface="Arial"/>
                <a:ea typeface="Arial"/>
                <a:cs typeface="Arial"/>
              </a:defRPr>
            </a:lvl7pPr>
            <a:lvl8pPr>
              <a:defRPr sz="1800" b="1">
                <a:solidFill>
                  <a:srgbClr val="173D40"/>
                </a:solidFill>
                <a:latin typeface="Arial"/>
                <a:ea typeface="Arial"/>
                <a:cs typeface="Arial"/>
              </a:defRPr>
            </a:lvl8pPr>
            <a:lvl9pPr>
              <a:defRPr sz="1800" b="1">
                <a:solidFill>
                  <a:srgbClr val="173D40"/>
                </a:solidFill>
                <a:latin typeface="Arial"/>
                <a:ea typeface="Arial"/>
                <a:cs typeface="Arial"/>
              </a:defRPr>
            </a:lvl9pPr>
          </a:lstStyle>
          <a:p xmlns:a="http://schemas.openxmlformats.org/drawingml/2006/main">
            <a:pPr>
              <a:defRPr sz="1800" b="1">
                <a:solidFill>
                  <a:srgbClr val="173D40"/>
                </a:solidFill>
                <a:latin typeface="Arial"/>
                <a:ea typeface="Arial"/>
                <a:cs typeface="Arial"/>
              </a:defRPr>
            </a:pPr>
            <a:r>
              <a:rPr sz="1800" b="1">
                <a:solidFill>
                  <a:srgbClr val="173D40"/>
                </a:solidFill>
                <a:latin typeface="Arial"/>
                <a:ea typeface="Arial"/>
                <a:cs typeface="Arial"/>
              </a:rPr>
              <a:t>Review the request result</a:t>
            </a:r>
          </a:p>
        </p:txBody>
      </p:sp>
      <p:sp>
        <p:nvSpPr>
          <p:cNvPr id="9" name="text-98">
            <a:extLst xmlns:a="http://schemas.openxmlformats.org/drawingml/2006/main">
              <a:ext uri="{FF2B5EF4-FFF2-40B4-BE49-F238E27FC236}">
                <a16:creationId xmlns:a16="http://schemas.microsoft.com/office/drawing/2014/main" id="{BC29579F-C37E-4770-BC0A-AA28ED549933}"/>
              </a:ext>
            </a:extLst>
          </p:cNvPr>
          <p:cNvSpPr>
            <a:spLocks xmlns:a="http://schemas.openxmlformats.org/drawingml/2006/main" noGrp="1"/>
          </p:cNvSpPr>
          <p:nvPr/>
        </p:nvSpPr>
        <p:spPr>
          <a:xfrm xmlns:a="http://schemas.openxmlformats.org/drawingml/2006/main">
            <a:off x="6238875" y="5715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466163"/>
                </a:solidFill>
                <a:latin typeface="Arial"/>
                <a:ea typeface="Arial"/>
                <a:cs typeface="Arial"/>
              </a:defRPr>
            </a:defPPr>
            <a:lvl1pPr>
              <a:defRPr sz="1275" b="0">
                <a:solidFill>
                  <a:srgbClr val="466163"/>
                </a:solidFill>
                <a:latin typeface="Arial"/>
                <a:ea typeface="Arial"/>
                <a:cs typeface="Arial"/>
              </a:defRPr>
            </a:lvl1pPr>
            <a:lvl2pPr>
              <a:defRPr sz="1275" b="0">
                <a:solidFill>
                  <a:srgbClr val="466163"/>
                </a:solidFill>
                <a:latin typeface="Arial"/>
                <a:ea typeface="Arial"/>
                <a:cs typeface="Arial"/>
              </a:defRPr>
            </a:lvl2pPr>
            <a:lvl3pPr>
              <a:defRPr sz="1275" b="0">
                <a:solidFill>
                  <a:srgbClr val="466163"/>
                </a:solidFill>
                <a:latin typeface="Arial"/>
                <a:ea typeface="Arial"/>
                <a:cs typeface="Arial"/>
              </a:defRPr>
            </a:lvl3pPr>
            <a:lvl4pPr>
              <a:defRPr sz="1275" b="0">
                <a:solidFill>
                  <a:srgbClr val="466163"/>
                </a:solidFill>
                <a:latin typeface="Arial"/>
                <a:ea typeface="Arial"/>
                <a:cs typeface="Arial"/>
              </a:defRPr>
            </a:lvl4pPr>
            <a:lvl5pPr>
              <a:defRPr sz="1275" b="0">
                <a:solidFill>
                  <a:srgbClr val="466163"/>
                </a:solidFill>
                <a:latin typeface="Arial"/>
                <a:ea typeface="Arial"/>
                <a:cs typeface="Arial"/>
              </a:defRPr>
            </a:lvl5pPr>
            <a:lvl6pPr>
              <a:defRPr sz="1275" b="0">
                <a:solidFill>
                  <a:srgbClr val="466163"/>
                </a:solidFill>
                <a:latin typeface="Arial"/>
                <a:ea typeface="Arial"/>
                <a:cs typeface="Arial"/>
              </a:defRPr>
            </a:lvl6pPr>
            <a:lvl7pPr>
              <a:defRPr sz="1275" b="0">
                <a:solidFill>
                  <a:srgbClr val="466163"/>
                </a:solidFill>
                <a:latin typeface="Arial"/>
                <a:ea typeface="Arial"/>
                <a:cs typeface="Arial"/>
              </a:defRPr>
            </a:lvl7pPr>
            <a:lvl8pPr>
              <a:defRPr sz="1275" b="0">
                <a:solidFill>
                  <a:srgbClr val="466163"/>
                </a:solidFill>
                <a:latin typeface="Arial"/>
                <a:ea typeface="Arial"/>
                <a:cs typeface="Arial"/>
              </a:defRPr>
            </a:lvl8pPr>
            <a:lvl9pPr>
              <a:defRPr sz="1275" b="0">
                <a:solidFill>
                  <a:srgbClr val="466163"/>
                </a:solidFill>
                <a:latin typeface="Arial"/>
                <a:ea typeface="Arial"/>
                <a:cs typeface="Arial"/>
              </a:defRPr>
            </a:lvl9pPr>
          </a:lstStyle>
          <a:p xmlns:a="http://schemas.openxmlformats.org/drawingml/2006/main">
            <a:pPr>
              <a:defRPr sz="1275" b="0">
                <a:solidFill>
                  <a:srgbClr val="466163"/>
                </a:solidFill>
                <a:latin typeface="Arial"/>
                <a:ea typeface="Arial"/>
                <a:cs typeface="Arial"/>
              </a:defRPr>
            </a:pPr>
            <a:r>
              <a:rPr sz="1275" b="0">
                <a:solidFill>
                  <a:srgbClr val="466163"/>
                </a:solidFill>
                <a:latin typeface="Arial"/>
                <a:ea typeface="Arial"/>
                <a:cs typeface="Arial"/>
              </a:rPr>
              <a:t>UI test. Simulated successful response. No request record or confirmation email was created.</a:t>
            </a:r>
          </a:p>
        </p:txBody>
      </p:sp>
      <p:sp>
        <p:nvSpPr>
          <p:cNvPr id="10" name="text-99">
            <a:extLst xmlns:a="http://schemas.openxmlformats.org/drawingml/2006/main">
              <a:ext uri="{FF2B5EF4-FFF2-40B4-BE49-F238E27FC236}">
                <a16:creationId xmlns:a16="http://schemas.microsoft.com/office/drawing/2014/main" id="{878DD82C-5C67-4015-A485-7A1175BFE18D}"/>
              </a:ext>
            </a:extLst>
          </p:cNvPr>
          <p:cNvSpPr>
            <a:spLocks xmlns:a="http://schemas.openxmlformats.org/drawingml/2006/main" noGrp="1"/>
          </p:cNvSpPr>
          <p:nvPr/>
        </p:nvSpPr>
        <p:spPr>
          <a:xfrm xmlns:a="http://schemas.openxmlformats.org/drawingml/2006/main">
            <a:off x="666750" y="1190625"/>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367577"/>
                </a:solidFill>
                <a:latin typeface="Arial"/>
                <a:ea typeface="Arial"/>
                <a:cs typeface="Arial"/>
              </a:defRPr>
            </a:defPPr>
            <a:lvl1pPr>
              <a:defRPr sz="1650" b="1">
                <a:solidFill>
                  <a:srgbClr val="367577"/>
                </a:solidFill>
                <a:latin typeface="Arial"/>
                <a:ea typeface="Arial"/>
                <a:cs typeface="Arial"/>
              </a:defRPr>
            </a:lvl1pPr>
            <a:lvl2pPr>
              <a:defRPr sz="1650" b="1">
                <a:solidFill>
                  <a:srgbClr val="367577"/>
                </a:solidFill>
                <a:latin typeface="Arial"/>
                <a:ea typeface="Arial"/>
                <a:cs typeface="Arial"/>
              </a:defRPr>
            </a:lvl2pPr>
            <a:lvl3pPr>
              <a:defRPr sz="1650" b="1">
                <a:solidFill>
                  <a:srgbClr val="367577"/>
                </a:solidFill>
                <a:latin typeface="Arial"/>
                <a:ea typeface="Arial"/>
                <a:cs typeface="Arial"/>
              </a:defRPr>
            </a:lvl3pPr>
            <a:lvl4pPr>
              <a:defRPr sz="1650" b="1">
                <a:solidFill>
                  <a:srgbClr val="367577"/>
                </a:solidFill>
                <a:latin typeface="Arial"/>
                <a:ea typeface="Arial"/>
                <a:cs typeface="Arial"/>
              </a:defRPr>
            </a:lvl4pPr>
            <a:lvl5pPr>
              <a:defRPr sz="1650" b="1">
                <a:solidFill>
                  <a:srgbClr val="367577"/>
                </a:solidFill>
                <a:latin typeface="Arial"/>
                <a:ea typeface="Arial"/>
                <a:cs typeface="Arial"/>
              </a:defRPr>
            </a:lvl5pPr>
            <a:lvl6pPr>
              <a:defRPr sz="1650" b="1">
                <a:solidFill>
                  <a:srgbClr val="367577"/>
                </a:solidFill>
                <a:latin typeface="Arial"/>
                <a:ea typeface="Arial"/>
                <a:cs typeface="Arial"/>
              </a:defRPr>
            </a:lvl6pPr>
            <a:lvl7pPr>
              <a:defRPr sz="1650" b="1">
                <a:solidFill>
                  <a:srgbClr val="367577"/>
                </a:solidFill>
                <a:latin typeface="Arial"/>
                <a:ea typeface="Arial"/>
                <a:cs typeface="Arial"/>
              </a:defRPr>
            </a:lvl7pPr>
            <a:lvl8pPr>
              <a:defRPr sz="1650" b="1">
                <a:solidFill>
                  <a:srgbClr val="367577"/>
                </a:solidFill>
                <a:latin typeface="Arial"/>
                <a:ea typeface="Arial"/>
                <a:cs typeface="Arial"/>
              </a:defRPr>
            </a:lvl8pPr>
            <a:lvl9pPr>
              <a:defRPr sz="1650" b="1">
                <a:solidFill>
                  <a:srgbClr val="367577"/>
                </a:solidFill>
                <a:latin typeface="Arial"/>
                <a:ea typeface="Arial"/>
                <a:cs typeface="Arial"/>
              </a:defRPr>
            </a:lvl9pPr>
          </a:lstStyle>
          <a:p xmlns:a="http://schemas.openxmlformats.org/drawingml/2006/main">
            <a:pPr>
              <a:defRPr sz="1650" b="1">
                <a:solidFill>
                  <a:srgbClr val="367577"/>
                </a:solidFill>
                <a:latin typeface="Arial"/>
                <a:ea typeface="Arial"/>
                <a:cs typeface="Arial"/>
              </a:defRPr>
            </a:pPr>
            <a:r>
              <a:rPr sz="1650" u="sng">
                <a:solidFill>
                  <a:srgbClr val="367577"/>
                </a:solidFill>
                <a:latin typeface="Arial"/>
                <a:ea typeface="Arial"/>
                <a:cs typeface="Arial"/>
                <a:hlinkClick xmlns:r="http://schemas.openxmlformats.org/officeDocument/2006/relationships" r:id="Re0427ab85a4642e4"/>
              </a:rPr>
              <a:t>Open all step images in the guide</a:t>
            </a:r>
          </a:p>
        </p:txBody>
      </p:sp>
    </p:spTree>
    <p:extLst>
      <p:ext uri="{BB962C8B-B14F-4D97-AF65-F5344CB8AC3E}">
        <p14:creationId xmlns:p14="http://schemas.microsoft.com/office/powerpoint/2010/main" val="1250207117"/>
      </p:ext>
    </p:extLst>
  </p:cSld>
</p:sld>
</file>

<file path=ppt/slides/slide13.xml><?xml version="1.0" encoding="utf-8"?>
<p:sld xmlns:p="http://schemas.openxmlformats.org/presentationml/2006/main" show="0">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11" name="text-100">
            <a:extLst xmlns:a="http://schemas.openxmlformats.org/drawingml/2006/main">
              <a:ext uri="{FF2B5EF4-FFF2-40B4-BE49-F238E27FC236}">
                <a16:creationId xmlns:a16="http://schemas.microsoft.com/office/drawing/2014/main" id="{A9DEB8C8-BE41-410E-A5C4-75AEFCCF3667}"/>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Cooking-class flow</a:t>
            </a:r>
          </a:p>
        </p:txBody>
      </p:sp>
      <p:sp>
        <p:nvSpPr>
          <p:cNvPr id="2" name="text-101">
            <a:extLst xmlns:a="http://schemas.openxmlformats.org/drawingml/2006/main">
              <a:ext uri="{FF2B5EF4-FFF2-40B4-BE49-F238E27FC236}">
                <a16:creationId xmlns:a16="http://schemas.microsoft.com/office/drawing/2014/main" id="{23BA8E32-82B3-4F6F-8024-1D31D5DCDE39}"/>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102">
            <a:extLst xmlns:a="http://schemas.openxmlformats.org/drawingml/2006/main">
              <a:ext uri="{FF2B5EF4-FFF2-40B4-BE49-F238E27FC236}">
                <a16:creationId xmlns:a16="http://schemas.microsoft.com/office/drawing/2014/main" id="{F117C594-78EF-49C2-A792-DB7300A48B77}"/>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13</a:t>
            </a:r>
          </a:p>
        </p:txBody>
      </p:sp>
      <p:pic>
        <p:nvPicPr>
          <p:cNvPr id="4" name="">
            <a:extLst xmlns:a="http://schemas.openxmlformats.org/drawingml/2006/main">
              <a:ext uri="{FF2B5EF4-FFF2-40B4-BE49-F238E27FC236}">
                <a16:creationId xmlns:a16="http://schemas.microsoft.com/office/drawing/2014/main" id="{97F73B16-65E9-4E9A-A642-AB0FBE3C6EE2}"/>
              </a:ext>
            </a:extLst>
          </p:cNvPr>
          <p:cNvPicPr>
            <a:picLocks xmlns:a="http://schemas.openxmlformats.org/drawingml/2006/main" noChangeAspect="1"/>
          </p:cNvPicPr>
          <p:nvPr/>
        </p:nvPicPr>
        <p:blipFill>
          <a:blip xmlns:r="http://schemas.openxmlformats.org/officeDocument/2006/relationships" xmlns:a="http://schemas.openxmlformats.org/drawingml/2006/main" r:embed="Ra93a934fe50040da"/>
          <a:stretch xmlns:a="http://schemas.openxmlformats.org/drawingml/2006/main"/>
        </p:blipFill>
        <p:spPr>
          <a:xfrm xmlns:a="http://schemas.openxmlformats.org/drawingml/2006/main">
            <a:off x="2688582" y="1762125"/>
            <a:ext cx="1242710" cy="3381375"/>
          </a:xfrm>
          <a:prstGeom xmlns:a="http://schemas.openxmlformats.org/drawingml/2006/main" prst="rect">
            <a:avLst/>
          </a:prstGeom>
        </p:spPr>
      </p:pic>
      <p:sp>
        <p:nvSpPr>
          <p:cNvPr id="5" name="text-103">
            <a:extLst xmlns:a="http://schemas.openxmlformats.org/drawingml/2006/main">
              <a:ext uri="{FF2B5EF4-FFF2-40B4-BE49-F238E27FC236}">
                <a16:creationId xmlns:a16="http://schemas.microsoft.com/office/drawing/2014/main" id="{86F2633E-7158-4D99-A843-CE43F282A1A5}"/>
              </a:ext>
            </a:extLst>
          </p:cNvPr>
          <p:cNvSpPr>
            <a:spLocks xmlns:a="http://schemas.openxmlformats.org/drawingml/2006/main" noGrp="1"/>
          </p:cNvSpPr>
          <p:nvPr/>
        </p:nvSpPr>
        <p:spPr>
          <a:xfrm xmlns:a="http://schemas.openxmlformats.org/drawingml/2006/main">
            <a:off x="666750" y="5286375"/>
            <a:ext cx="528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173D40"/>
                </a:solidFill>
                <a:latin typeface="Arial"/>
                <a:ea typeface="Arial"/>
                <a:cs typeface="Arial"/>
              </a:defRPr>
            </a:defPPr>
            <a:lvl1pPr>
              <a:defRPr sz="1800" b="1">
                <a:solidFill>
                  <a:srgbClr val="173D40"/>
                </a:solidFill>
                <a:latin typeface="Arial"/>
                <a:ea typeface="Arial"/>
                <a:cs typeface="Arial"/>
              </a:defRPr>
            </a:lvl1pPr>
            <a:lvl2pPr>
              <a:defRPr sz="1800" b="1">
                <a:solidFill>
                  <a:srgbClr val="173D40"/>
                </a:solidFill>
                <a:latin typeface="Arial"/>
                <a:ea typeface="Arial"/>
                <a:cs typeface="Arial"/>
              </a:defRPr>
            </a:lvl2pPr>
            <a:lvl3pPr>
              <a:defRPr sz="1800" b="1">
                <a:solidFill>
                  <a:srgbClr val="173D40"/>
                </a:solidFill>
                <a:latin typeface="Arial"/>
                <a:ea typeface="Arial"/>
                <a:cs typeface="Arial"/>
              </a:defRPr>
            </a:lvl3pPr>
            <a:lvl4pPr>
              <a:defRPr sz="1800" b="1">
                <a:solidFill>
                  <a:srgbClr val="173D40"/>
                </a:solidFill>
                <a:latin typeface="Arial"/>
                <a:ea typeface="Arial"/>
                <a:cs typeface="Arial"/>
              </a:defRPr>
            </a:lvl4pPr>
            <a:lvl5pPr>
              <a:defRPr sz="1800" b="1">
                <a:solidFill>
                  <a:srgbClr val="173D40"/>
                </a:solidFill>
                <a:latin typeface="Arial"/>
                <a:ea typeface="Arial"/>
                <a:cs typeface="Arial"/>
              </a:defRPr>
            </a:lvl5pPr>
            <a:lvl6pPr>
              <a:defRPr sz="1800" b="1">
                <a:solidFill>
                  <a:srgbClr val="173D40"/>
                </a:solidFill>
                <a:latin typeface="Arial"/>
                <a:ea typeface="Arial"/>
                <a:cs typeface="Arial"/>
              </a:defRPr>
            </a:lvl6pPr>
            <a:lvl7pPr>
              <a:defRPr sz="1800" b="1">
                <a:solidFill>
                  <a:srgbClr val="173D40"/>
                </a:solidFill>
                <a:latin typeface="Arial"/>
                <a:ea typeface="Arial"/>
                <a:cs typeface="Arial"/>
              </a:defRPr>
            </a:lvl7pPr>
            <a:lvl8pPr>
              <a:defRPr sz="1800" b="1">
                <a:solidFill>
                  <a:srgbClr val="173D40"/>
                </a:solidFill>
                <a:latin typeface="Arial"/>
                <a:ea typeface="Arial"/>
                <a:cs typeface="Arial"/>
              </a:defRPr>
            </a:lvl8pPr>
            <a:lvl9pPr>
              <a:defRPr sz="1800" b="1">
                <a:solidFill>
                  <a:srgbClr val="173D40"/>
                </a:solidFill>
                <a:latin typeface="Arial"/>
                <a:ea typeface="Arial"/>
                <a:cs typeface="Arial"/>
              </a:defRPr>
            </a:lvl9pPr>
          </a:lstStyle>
          <a:p xmlns:a="http://schemas.openxmlformats.org/drawingml/2006/main">
            <a:pPr>
              <a:defRPr sz="1800" b="1">
                <a:solidFill>
                  <a:srgbClr val="173D40"/>
                </a:solidFill>
                <a:latin typeface="Arial"/>
                <a:ea typeface="Arial"/>
                <a:cs typeface="Arial"/>
              </a:defRPr>
            </a:pPr>
            <a:r>
              <a:rPr sz="1800" b="1">
                <a:solidFill>
                  <a:srgbClr val="173D40"/>
                </a:solidFill>
                <a:latin typeface="Arial"/>
                <a:ea typeface="Arial"/>
                <a:cs typeface="Arial"/>
              </a:rPr>
              <a:t>Choose private or public classes</a:t>
            </a:r>
          </a:p>
        </p:txBody>
      </p:sp>
      <p:sp>
        <p:nvSpPr>
          <p:cNvPr id="6" name="text-104">
            <a:extLst xmlns:a="http://schemas.openxmlformats.org/drawingml/2006/main">
              <a:ext uri="{FF2B5EF4-FFF2-40B4-BE49-F238E27FC236}">
                <a16:creationId xmlns:a16="http://schemas.microsoft.com/office/drawing/2014/main" id="{72B7EAF5-9BFE-4AD5-96A6-2BFA4D5170F0}"/>
              </a:ext>
            </a:extLst>
          </p:cNvPr>
          <p:cNvSpPr>
            <a:spLocks xmlns:a="http://schemas.openxmlformats.org/drawingml/2006/main" noGrp="1"/>
          </p:cNvSpPr>
          <p:nvPr/>
        </p:nvSpPr>
        <p:spPr>
          <a:xfrm xmlns:a="http://schemas.openxmlformats.org/drawingml/2006/main">
            <a:off x="666750" y="5715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466163"/>
                </a:solidFill>
                <a:latin typeface="Arial"/>
                <a:ea typeface="Arial"/>
                <a:cs typeface="Arial"/>
              </a:defRPr>
            </a:defPPr>
            <a:lvl1pPr>
              <a:defRPr sz="1275" b="0">
                <a:solidFill>
                  <a:srgbClr val="466163"/>
                </a:solidFill>
                <a:latin typeface="Arial"/>
                <a:ea typeface="Arial"/>
                <a:cs typeface="Arial"/>
              </a:defRPr>
            </a:lvl1pPr>
            <a:lvl2pPr>
              <a:defRPr sz="1275" b="0">
                <a:solidFill>
                  <a:srgbClr val="466163"/>
                </a:solidFill>
                <a:latin typeface="Arial"/>
                <a:ea typeface="Arial"/>
                <a:cs typeface="Arial"/>
              </a:defRPr>
            </a:lvl2pPr>
            <a:lvl3pPr>
              <a:defRPr sz="1275" b="0">
                <a:solidFill>
                  <a:srgbClr val="466163"/>
                </a:solidFill>
                <a:latin typeface="Arial"/>
                <a:ea typeface="Arial"/>
                <a:cs typeface="Arial"/>
              </a:defRPr>
            </a:lvl3pPr>
            <a:lvl4pPr>
              <a:defRPr sz="1275" b="0">
                <a:solidFill>
                  <a:srgbClr val="466163"/>
                </a:solidFill>
                <a:latin typeface="Arial"/>
                <a:ea typeface="Arial"/>
                <a:cs typeface="Arial"/>
              </a:defRPr>
            </a:lvl4pPr>
            <a:lvl5pPr>
              <a:defRPr sz="1275" b="0">
                <a:solidFill>
                  <a:srgbClr val="466163"/>
                </a:solidFill>
                <a:latin typeface="Arial"/>
                <a:ea typeface="Arial"/>
                <a:cs typeface="Arial"/>
              </a:defRPr>
            </a:lvl5pPr>
            <a:lvl6pPr>
              <a:defRPr sz="1275" b="0">
                <a:solidFill>
                  <a:srgbClr val="466163"/>
                </a:solidFill>
                <a:latin typeface="Arial"/>
                <a:ea typeface="Arial"/>
                <a:cs typeface="Arial"/>
              </a:defRPr>
            </a:lvl6pPr>
            <a:lvl7pPr>
              <a:defRPr sz="1275" b="0">
                <a:solidFill>
                  <a:srgbClr val="466163"/>
                </a:solidFill>
                <a:latin typeface="Arial"/>
                <a:ea typeface="Arial"/>
                <a:cs typeface="Arial"/>
              </a:defRPr>
            </a:lvl7pPr>
            <a:lvl8pPr>
              <a:defRPr sz="1275" b="0">
                <a:solidFill>
                  <a:srgbClr val="466163"/>
                </a:solidFill>
                <a:latin typeface="Arial"/>
                <a:ea typeface="Arial"/>
                <a:cs typeface="Arial"/>
              </a:defRPr>
            </a:lvl8pPr>
            <a:lvl9pPr>
              <a:defRPr sz="1275" b="0">
                <a:solidFill>
                  <a:srgbClr val="466163"/>
                </a:solidFill>
                <a:latin typeface="Arial"/>
                <a:ea typeface="Arial"/>
                <a:cs typeface="Arial"/>
              </a:defRPr>
            </a:lvl9pPr>
          </a:lstStyle>
          <a:p xmlns:a="http://schemas.openxmlformats.org/drawingml/2006/main">
            <a:pPr>
              <a:defRPr sz="1275" b="0">
                <a:solidFill>
                  <a:srgbClr val="466163"/>
                </a:solidFill>
                <a:latin typeface="Arial"/>
                <a:ea typeface="Arial"/>
                <a:cs typeface="Arial"/>
              </a:defRPr>
            </a:pPr>
            <a:r>
              <a:rPr sz="1275" b="0">
                <a:solidFill>
                  <a:srgbClr val="466163"/>
                </a:solidFill>
                <a:latin typeface="Arial"/>
                <a:ea typeface="Arial"/>
                <a:cs typeface="Arial"/>
              </a:rPr>
              <a:t>Live screen. Current service actions and booking-process information.</a:t>
            </a:r>
          </a:p>
        </p:txBody>
      </p:sp>
      <p:pic>
        <p:nvPicPr>
          <p:cNvPr id="7" name="">
            <a:extLst xmlns:a="http://schemas.openxmlformats.org/drawingml/2006/main">
              <a:ext uri="{FF2B5EF4-FFF2-40B4-BE49-F238E27FC236}">
                <a16:creationId xmlns:a16="http://schemas.microsoft.com/office/drawing/2014/main" id="{44119925-45AF-42FA-8471-9860AAF1D04F}"/>
              </a:ext>
            </a:extLst>
          </p:cNvPr>
          <p:cNvPicPr>
            <a:picLocks xmlns:a="http://schemas.openxmlformats.org/drawingml/2006/main" noChangeAspect="1"/>
          </p:cNvPicPr>
          <p:nvPr/>
        </p:nvPicPr>
        <p:blipFill>
          <a:blip xmlns:r="http://schemas.openxmlformats.org/officeDocument/2006/relationships" xmlns:a="http://schemas.openxmlformats.org/drawingml/2006/main" r:embed="R77e76299f5cb4a8c"/>
          <a:stretch xmlns:a="http://schemas.openxmlformats.org/drawingml/2006/main"/>
        </p:blipFill>
        <p:spPr>
          <a:xfrm xmlns:a="http://schemas.openxmlformats.org/drawingml/2006/main">
            <a:off x="6335734" y="1762125"/>
            <a:ext cx="5092658" cy="3381375"/>
          </a:xfrm>
          <a:prstGeom xmlns:a="http://schemas.openxmlformats.org/drawingml/2006/main" prst="rect">
            <a:avLst/>
          </a:prstGeom>
        </p:spPr>
      </p:pic>
      <p:sp>
        <p:nvSpPr>
          <p:cNvPr id="8" name="text-105">
            <a:extLst xmlns:a="http://schemas.openxmlformats.org/drawingml/2006/main">
              <a:ext uri="{FF2B5EF4-FFF2-40B4-BE49-F238E27FC236}">
                <a16:creationId xmlns:a16="http://schemas.microsoft.com/office/drawing/2014/main" id="{3D34D727-4B46-4A93-8E6F-49A204C6D1DE}"/>
              </a:ext>
            </a:extLst>
          </p:cNvPr>
          <p:cNvSpPr>
            <a:spLocks xmlns:a="http://schemas.openxmlformats.org/drawingml/2006/main" noGrp="1"/>
          </p:cNvSpPr>
          <p:nvPr/>
        </p:nvSpPr>
        <p:spPr>
          <a:xfrm xmlns:a="http://schemas.openxmlformats.org/drawingml/2006/main">
            <a:off x="6238875" y="5286375"/>
            <a:ext cx="528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173D40"/>
                </a:solidFill>
                <a:latin typeface="Arial"/>
                <a:ea typeface="Arial"/>
                <a:cs typeface="Arial"/>
              </a:defRPr>
            </a:defPPr>
            <a:lvl1pPr>
              <a:defRPr sz="1800" b="1">
                <a:solidFill>
                  <a:srgbClr val="173D40"/>
                </a:solidFill>
                <a:latin typeface="Arial"/>
                <a:ea typeface="Arial"/>
                <a:cs typeface="Arial"/>
              </a:defRPr>
            </a:lvl1pPr>
            <a:lvl2pPr>
              <a:defRPr sz="1800" b="1">
                <a:solidFill>
                  <a:srgbClr val="173D40"/>
                </a:solidFill>
                <a:latin typeface="Arial"/>
                <a:ea typeface="Arial"/>
                <a:cs typeface="Arial"/>
              </a:defRPr>
            </a:lvl2pPr>
            <a:lvl3pPr>
              <a:defRPr sz="1800" b="1">
                <a:solidFill>
                  <a:srgbClr val="173D40"/>
                </a:solidFill>
                <a:latin typeface="Arial"/>
                <a:ea typeface="Arial"/>
                <a:cs typeface="Arial"/>
              </a:defRPr>
            </a:lvl3pPr>
            <a:lvl4pPr>
              <a:defRPr sz="1800" b="1">
                <a:solidFill>
                  <a:srgbClr val="173D40"/>
                </a:solidFill>
                <a:latin typeface="Arial"/>
                <a:ea typeface="Arial"/>
                <a:cs typeface="Arial"/>
              </a:defRPr>
            </a:lvl4pPr>
            <a:lvl5pPr>
              <a:defRPr sz="1800" b="1">
                <a:solidFill>
                  <a:srgbClr val="173D40"/>
                </a:solidFill>
                <a:latin typeface="Arial"/>
                <a:ea typeface="Arial"/>
                <a:cs typeface="Arial"/>
              </a:defRPr>
            </a:lvl5pPr>
            <a:lvl6pPr>
              <a:defRPr sz="1800" b="1">
                <a:solidFill>
                  <a:srgbClr val="173D40"/>
                </a:solidFill>
                <a:latin typeface="Arial"/>
                <a:ea typeface="Arial"/>
                <a:cs typeface="Arial"/>
              </a:defRPr>
            </a:lvl6pPr>
            <a:lvl7pPr>
              <a:defRPr sz="1800" b="1">
                <a:solidFill>
                  <a:srgbClr val="173D40"/>
                </a:solidFill>
                <a:latin typeface="Arial"/>
                <a:ea typeface="Arial"/>
                <a:cs typeface="Arial"/>
              </a:defRPr>
            </a:lvl7pPr>
            <a:lvl8pPr>
              <a:defRPr sz="1800" b="1">
                <a:solidFill>
                  <a:srgbClr val="173D40"/>
                </a:solidFill>
                <a:latin typeface="Arial"/>
                <a:ea typeface="Arial"/>
                <a:cs typeface="Arial"/>
              </a:defRPr>
            </a:lvl8pPr>
            <a:lvl9pPr>
              <a:defRPr sz="1800" b="1">
                <a:solidFill>
                  <a:srgbClr val="173D40"/>
                </a:solidFill>
                <a:latin typeface="Arial"/>
                <a:ea typeface="Arial"/>
                <a:cs typeface="Arial"/>
              </a:defRPr>
            </a:lvl9pPr>
          </a:lstStyle>
          <a:p xmlns:a="http://schemas.openxmlformats.org/drawingml/2006/main">
            <a:pPr>
              <a:defRPr sz="1800" b="1">
                <a:solidFill>
                  <a:srgbClr val="173D40"/>
                </a:solidFill>
                <a:latin typeface="Arial"/>
                <a:ea typeface="Arial"/>
                <a:cs typeface="Arial"/>
              </a:defRPr>
            </a:pPr>
            <a:r>
              <a:rPr sz="1800" b="1">
                <a:solidFill>
                  <a:srgbClr val="173D40"/>
                </a:solidFill>
                <a:latin typeface="Arial"/>
                <a:ea typeface="Arial"/>
                <a:cs typeface="Arial"/>
              </a:rPr>
              <a:t>Review class registrations</a:t>
            </a:r>
          </a:p>
        </p:txBody>
      </p:sp>
      <p:sp>
        <p:nvSpPr>
          <p:cNvPr id="9" name="text-106">
            <a:extLst xmlns:a="http://schemas.openxmlformats.org/drawingml/2006/main">
              <a:ext uri="{FF2B5EF4-FFF2-40B4-BE49-F238E27FC236}">
                <a16:creationId xmlns:a16="http://schemas.microsoft.com/office/drawing/2014/main" id="{FD2E9363-7C55-431F-A425-C90BA1F9086B}"/>
              </a:ext>
            </a:extLst>
          </p:cNvPr>
          <p:cNvSpPr>
            <a:spLocks xmlns:a="http://schemas.openxmlformats.org/drawingml/2006/main" noGrp="1"/>
          </p:cNvSpPr>
          <p:nvPr/>
        </p:nvSpPr>
        <p:spPr>
          <a:xfrm xmlns:a="http://schemas.openxmlformats.org/drawingml/2006/main">
            <a:off x="6238875" y="5715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466163"/>
                </a:solidFill>
                <a:latin typeface="Arial"/>
                <a:ea typeface="Arial"/>
                <a:cs typeface="Arial"/>
              </a:defRPr>
            </a:defPPr>
            <a:lvl1pPr>
              <a:defRPr sz="1275" b="0">
                <a:solidFill>
                  <a:srgbClr val="466163"/>
                </a:solidFill>
                <a:latin typeface="Arial"/>
                <a:ea typeface="Arial"/>
                <a:cs typeface="Arial"/>
              </a:defRPr>
            </a:lvl1pPr>
            <a:lvl2pPr>
              <a:defRPr sz="1275" b="0">
                <a:solidFill>
                  <a:srgbClr val="466163"/>
                </a:solidFill>
                <a:latin typeface="Arial"/>
                <a:ea typeface="Arial"/>
                <a:cs typeface="Arial"/>
              </a:defRPr>
            </a:lvl2pPr>
            <a:lvl3pPr>
              <a:defRPr sz="1275" b="0">
                <a:solidFill>
                  <a:srgbClr val="466163"/>
                </a:solidFill>
                <a:latin typeface="Arial"/>
                <a:ea typeface="Arial"/>
                <a:cs typeface="Arial"/>
              </a:defRPr>
            </a:lvl3pPr>
            <a:lvl4pPr>
              <a:defRPr sz="1275" b="0">
                <a:solidFill>
                  <a:srgbClr val="466163"/>
                </a:solidFill>
                <a:latin typeface="Arial"/>
                <a:ea typeface="Arial"/>
                <a:cs typeface="Arial"/>
              </a:defRPr>
            </a:lvl4pPr>
            <a:lvl5pPr>
              <a:defRPr sz="1275" b="0">
                <a:solidFill>
                  <a:srgbClr val="466163"/>
                </a:solidFill>
                <a:latin typeface="Arial"/>
                <a:ea typeface="Arial"/>
                <a:cs typeface="Arial"/>
              </a:defRPr>
            </a:lvl5pPr>
            <a:lvl6pPr>
              <a:defRPr sz="1275" b="0">
                <a:solidFill>
                  <a:srgbClr val="466163"/>
                </a:solidFill>
                <a:latin typeface="Arial"/>
                <a:ea typeface="Arial"/>
                <a:cs typeface="Arial"/>
              </a:defRPr>
            </a:lvl6pPr>
            <a:lvl7pPr>
              <a:defRPr sz="1275" b="0">
                <a:solidFill>
                  <a:srgbClr val="466163"/>
                </a:solidFill>
                <a:latin typeface="Arial"/>
                <a:ea typeface="Arial"/>
                <a:cs typeface="Arial"/>
              </a:defRPr>
            </a:lvl7pPr>
            <a:lvl8pPr>
              <a:defRPr sz="1275" b="0">
                <a:solidFill>
                  <a:srgbClr val="466163"/>
                </a:solidFill>
                <a:latin typeface="Arial"/>
                <a:ea typeface="Arial"/>
                <a:cs typeface="Arial"/>
              </a:defRPr>
            </a:lvl8pPr>
            <a:lvl9pPr>
              <a:defRPr sz="1275" b="0">
                <a:solidFill>
                  <a:srgbClr val="466163"/>
                </a:solidFill>
                <a:latin typeface="Arial"/>
                <a:ea typeface="Arial"/>
                <a:cs typeface="Arial"/>
              </a:defRPr>
            </a:lvl9pPr>
          </a:lstStyle>
          <a:p xmlns:a="http://schemas.openxmlformats.org/drawingml/2006/main">
            <a:pPr>
              <a:defRPr sz="1275" b="0">
                <a:solidFill>
                  <a:srgbClr val="466163"/>
                </a:solidFill>
                <a:latin typeface="Arial"/>
                <a:ea typeface="Arial"/>
                <a:cs typeface="Arial"/>
              </a:defRPr>
            </a:pPr>
            <a:r>
              <a:rPr sz="1275" b="0">
                <a:solidFill>
                  <a:srgbClr val="466163"/>
                </a:solidFill>
                <a:latin typeface="Arial"/>
                <a:ea typeface="Arial"/>
                <a:cs typeface="Arial"/>
              </a:rPr>
              <a:t>Sample data. Synthetic sandbox purchaser and seat counts. No real enrollment is shown.</a:t>
            </a:r>
          </a:p>
        </p:txBody>
      </p:sp>
      <p:sp>
        <p:nvSpPr>
          <p:cNvPr id="10" name="text-107">
            <a:extLst xmlns:a="http://schemas.openxmlformats.org/drawingml/2006/main">
              <a:ext uri="{FF2B5EF4-FFF2-40B4-BE49-F238E27FC236}">
                <a16:creationId xmlns:a16="http://schemas.microsoft.com/office/drawing/2014/main" id="{65A91797-EAF4-49D9-88F6-032EF62B5A1F}"/>
              </a:ext>
            </a:extLst>
          </p:cNvPr>
          <p:cNvSpPr>
            <a:spLocks xmlns:a="http://schemas.openxmlformats.org/drawingml/2006/main" noGrp="1"/>
          </p:cNvSpPr>
          <p:nvPr/>
        </p:nvSpPr>
        <p:spPr>
          <a:xfrm xmlns:a="http://schemas.openxmlformats.org/drawingml/2006/main">
            <a:off x="666750" y="1190625"/>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367577"/>
                </a:solidFill>
                <a:latin typeface="Arial"/>
                <a:ea typeface="Arial"/>
                <a:cs typeface="Arial"/>
              </a:defRPr>
            </a:defPPr>
            <a:lvl1pPr>
              <a:defRPr sz="1650" b="1">
                <a:solidFill>
                  <a:srgbClr val="367577"/>
                </a:solidFill>
                <a:latin typeface="Arial"/>
                <a:ea typeface="Arial"/>
                <a:cs typeface="Arial"/>
              </a:defRPr>
            </a:lvl1pPr>
            <a:lvl2pPr>
              <a:defRPr sz="1650" b="1">
                <a:solidFill>
                  <a:srgbClr val="367577"/>
                </a:solidFill>
                <a:latin typeface="Arial"/>
                <a:ea typeface="Arial"/>
                <a:cs typeface="Arial"/>
              </a:defRPr>
            </a:lvl2pPr>
            <a:lvl3pPr>
              <a:defRPr sz="1650" b="1">
                <a:solidFill>
                  <a:srgbClr val="367577"/>
                </a:solidFill>
                <a:latin typeface="Arial"/>
                <a:ea typeface="Arial"/>
                <a:cs typeface="Arial"/>
              </a:defRPr>
            </a:lvl3pPr>
            <a:lvl4pPr>
              <a:defRPr sz="1650" b="1">
                <a:solidFill>
                  <a:srgbClr val="367577"/>
                </a:solidFill>
                <a:latin typeface="Arial"/>
                <a:ea typeface="Arial"/>
                <a:cs typeface="Arial"/>
              </a:defRPr>
            </a:lvl4pPr>
            <a:lvl5pPr>
              <a:defRPr sz="1650" b="1">
                <a:solidFill>
                  <a:srgbClr val="367577"/>
                </a:solidFill>
                <a:latin typeface="Arial"/>
                <a:ea typeface="Arial"/>
                <a:cs typeface="Arial"/>
              </a:defRPr>
            </a:lvl5pPr>
            <a:lvl6pPr>
              <a:defRPr sz="1650" b="1">
                <a:solidFill>
                  <a:srgbClr val="367577"/>
                </a:solidFill>
                <a:latin typeface="Arial"/>
                <a:ea typeface="Arial"/>
                <a:cs typeface="Arial"/>
              </a:defRPr>
            </a:lvl6pPr>
            <a:lvl7pPr>
              <a:defRPr sz="1650" b="1">
                <a:solidFill>
                  <a:srgbClr val="367577"/>
                </a:solidFill>
                <a:latin typeface="Arial"/>
                <a:ea typeface="Arial"/>
                <a:cs typeface="Arial"/>
              </a:defRPr>
            </a:lvl7pPr>
            <a:lvl8pPr>
              <a:defRPr sz="1650" b="1">
                <a:solidFill>
                  <a:srgbClr val="367577"/>
                </a:solidFill>
                <a:latin typeface="Arial"/>
                <a:ea typeface="Arial"/>
                <a:cs typeface="Arial"/>
              </a:defRPr>
            </a:lvl8pPr>
            <a:lvl9pPr>
              <a:defRPr sz="1650" b="1">
                <a:solidFill>
                  <a:srgbClr val="367577"/>
                </a:solidFill>
                <a:latin typeface="Arial"/>
                <a:ea typeface="Arial"/>
                <a:cs typeface="Arial"/>
              </a:defRPr>
            </a:lvl9pPr>
          </a:lstStyle>
          <a:p xmlns:a="http://schemas.openxmlformats.org/drawingml/2006/main">
            <a:pPr>
              <a:defRPr sz="1650" b="1">
                <a:solidFill>
                  <a:srgbClr val="367577"/>
                </a:solidFill>
                <a:latin typeface="Arial"/>
                <a:ea typeface="Arial"/>
                <a:cs typeface="Arial"/>
              </a:defRPr>
            </a:pPr>
            <a:r>
              <a:rPr sz="1650" u="sng">
                <a:solidFill>
                  <a:srgbClr val="367577"/>
                </a:solidFill>
                <a:latin typeface="Arial"/>
                <a:ea typeface="Arial"/>
                <a:cs typeface="Arial"/>
                <a:hlinkClick xmlns:r="http://schemas.openxmlformats.org/officeDocument/2006/relationships" r:id="R1122aaedda6a4746"/>
              </a:rPr>
              <a:t>Open all step images in the guide</a:t>
            </a:r>
          </a:p>
        </p:txBody>
      </p:sp>
    </p:spTree>
    <p:extLst>
      <p:ext uri="{BB962C8B-B14F-4D97-AF65-F5344CB8AC3E}">
        <p14:creationId xmlns:p14="http://schemas.microsoft.com/office/powerpoint/2010/main" val="271357766"/>
      </p:ext>
    </p:extLst>
  </p:cSld>
</p:sld>
</file>

<file path=ppt/slides/slide14.xml><?xml version="1.0" encoding="utf-8"?>
<p:sld xmlns:p="http://schemas.openxmlformats.org/presentationml/2006/main" show="0">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11" name="text-108">
            <a:extLst xmlns:a="http://schemas.openxmlformats.org/drawingml/2006/main">
              <a:ext uri="{FF2B5EF4-FFF2-40B4-BE49-F238E27FC236}">
                <a16:creationId xmlns:a16="http://schemas.microsoft.com/office/drawing/2014/main" id="{E4B7795E-94B9-4D35-A151-6C7EF6FD666E}"/>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Paid recipes and print layout</a:t>
            </a:r>
          </a:p>
        </p:txBody>
      </p:sp>
      <p:sp>
        <p:nvSpPr>
          <p:cNvPr id="2" name="text-109">
            <a:extLst xmlns:a="http://schemas.openxmlformats.org/drawingml/2006/main">
              <a:ext uri="{FF2B5EF4-FFF2-40B4-BE49-F238E27FC236}">
                <a16:creationId xmlns:a16="http://schemas.microsoft.com/office/drawing/2014/main" id="{53776292-C6CA-4653-B459-1CCA04BC4B6D}"/>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110">
            <a:extLst xmlns:a="http://schemas.openxmlformats.org/drawingml/2006/main">
              <a:ext uri="{FF2B5EF4-FFF2-40B4-BE49-F238E27FC236}">
                <a16:creationId xmlns:a16="http://schemas.microsoft.com/office/drawing/2014/main" id="{93D1B024-F3F3-452A-8667-605106B7836C}"/>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14</a:t>
            </a:r>
          </a:p>
        </p:txBody>
      </p:sp>
      <p:pic>
        <p:nvPicPr>
          <p:cNvPr id="4" name="">
            <a:extLst xmlns:a="http://schemas.openxmlformats.org/drawingml/2006/main">
              <a:ext uri="{FF2B5EF4-FFF2-40B4-BE49-F238E27FC236}">
                <a16:creationId xmlns:a16="http://schemas.microsoft.com/office/drawing/2014/main" id="{300578F3-6BD8-4084-81E9-D52AF428818F}"/>
              </a:ext>
            </a:extLst>
          </p:cNvPr>
          <p:cNvPicPr>
            <a:picLocks xmlns:a="http://schemas.openxmlformats.org/drawingml/2006/main" noChangeAspect="1"/>
          </p:cNvPicPr>
          <p:nvPr/>
        </p:nvPicPr>
        <p:blipFill>
          <a:blip xmlns:r="http://schemas.openxmlformats.org/officeDocument/2006/relationships" xmlns:a="http://schemas.openxmlformats.org/drawingml/2006/main" r:embed="R7a6702e9edc043fc"/>
          <a:stretch xmlns:a="http://schemas.openxmlformats.org/drawingml/2006/main"/>
        </p:blipFill>
        <p:spPr>
          <a:xfrm xmlns:a="http://schemas.openxmlformats.org/drawingml/2006/main">
            <a:off x="2314985" y="1762125"/>
            <a:ext cx="1989905" cy="3381375"/>
          </a:xfrm>
          <a:prstGeom xmlns:a="http://schemas.openxmlformats.org/drawingml/2006/main" prst="rect">
            <a:avLst/>
          </a:prstGeom>
        </p:spPr>
      </p:pic>
      <p:sp>
        <p:nvSpPr>
          <p:cNvPr id="5" name="text-111">
            <a:extLst xmlns:a="http://schemas.openxmlformats.org/drawingml/2006/main">
              <a:ext uri="{FF2B5EF4-FFF2-40B4-BE49-F238E27FC236}">
                <a16:creationId xmlns:a16="http://schemas.microsoft.com/office/drawing/2014/main" id="{4C2E11DF-8D6F-4A62-A1C0-78CC76D3EBEA}"/>
              </a:ext>
            </a:extLst>
          </p:cNvPr>
          <p:cNvSpPr>
            <a:spLocks xmlns:a="http://schemas.openxmlformats.org/drawingml/2006/main" noGrp="1"/>
          </p:cNvSpPr>
          <p:nvPr/>
        </p:nvSpPr>
        <p:spPr>
          <a:xfrm xmlns:a="http://schemas.openxmlformats.org/drawingml/2006/main">
            <a:off x="666750" y="5286375"/>
            <a:ext cx="528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173D40"/>
                </a:solidFill>
                <a:latin typeface="Arial"/>
                <a:ea typeface="Arial"/>
                <a:cs typeface="Arial"/>
              </a:defRPr>
            </a:defPPr>
            <a:lvl1pPr>
              <a:defRPr sz="1800" b="1">
                <a:solidFill>
                  <a:srgbClr val="173D40"/>
                </a:solidFill>
                <a:latin typeface="Arial"/>
                <a:ea typeface="Arial"/>
                <a:cs typeface="Arial"/>
              </a:defRPr>
            </a:lvl1pPr>
            <a:lvl2pPr>
              <a:defRPr sz="1800" b="1">
                <a:solidFill>
                  <a:srgbClr val="173D40"/>
                </a:solidFill>
                <a:latin typeface="Arial"/>
                <a:ea typeface="Arial"/>
                <a:cs typeface="Arial"/>
              </a:defRPr>
            </a:lvl2pPr>
            <a:lvl3pPr>
              <a:defRPr sz="1800" b="1">
                <a:solidFill>
                  <a:srgbClr val="173D40"/>
                </a:solidFill>
                <a:latin typeface="Arial"/>
                <a:ea typeface="Arial"/>
                <a:cs typeface="Arial"/>
              </a:defRPr>
            </a:lvl3pPr>
            <a:lvl4pPr>
              <a:defRPr sz="1800" b="1">
                <a:solidFill>
                  <a:srgbClr val="173D40"/>
                </a:solidFill>
                <a:latin typeface="Arial"/>
                <a:ea typeface="Arial"/>
                <a:cs typeface="Arial"/>
              </a:defRPr>
            </a:lvl4pPr>
            <a:lvl5pPr>
              <a:defRPr sz="1800" b="1">
                <a:solidFill>
                  <a:srgbClr val="173D40"/>
                </a:solidFill>
                <a:latin typeface="Arial"/>
                <a:ea typeface="Arial"/>
                <a:cs typeface="Arial"/>
              </a:defRPr>
            </a:lvl5pPr>
            <a:lvl6pPr>
              <a:defRPr sz="1800" b="1">
                <a:solidFill>
                  <a:srgbClr val="173D40"/>
                </a:solidFill>
                <a:latin typeface="Arial"/>
                <a:ea typeface="Arial"/>
                <a:cs typeface="Arial"/>
              </a:defRPr>
            </a:lvl6pPr>
            <a:lvl7pPr>
              <a:defRPr sz="1800" b="1">
                <a:solidFill>
                  <a:srgbClr val="173D40"/>
                </a:solidFill>
                <a:latin typeface="Arial"/>
                <a:ea typeface="Arial"/>
                <a:cs typeface="Arial"/>
              </a:defRPr>
            </a:lvl7pPr>
            <a:lvl8pPr>
              <a:defRPr sz="1800" b="1">
                <a:solidFill>
                  <a:srgbClr val="173D40"/>
                </a:solidFill>
                <a:latin typeface="Arial"/>
                <a:ea typeface="Arial"/>
                <a:cs typeface="Arial"/>
              </a:defRPr>
            </a:lvl8pPr>
            <a:lvl9pPr>
              <a:defRPr sz="1800" b="1">
                <a:solidFill>
                  <a:srgbClr val="173D40"/>
                </a:solidFill>
                <a:latin typeface="Arial"/>
                <a:ea typeface="Arial"/>
                <a:cs typeface="Arial"/>
              </a:defRPr>
            </a:lvl9pPr>
          </a:lstStyle>
          <a:p xmlns:a="http://schemas.openxmlformats.org/drawingml/2006/main">
            <a:pPr>
              <a:defRPr sz="1800" b="1">
                <a:solidFill>
                  <a:srgbClr val="173D40"/>
                </a:solidFill>
                <a:latin typeface="Arial"/>
                <a:ea typeface="Arial"/>
                <a:cs typeface="Arial"/>
              </a:defRPr>
            </a:pPr>
            <a:r>
              <a:rPr sz="1800" b="1">
                <a:solidFill>
                  <a:srgbClr val="173D40"/>
                </a:solidFill>
                <a:latin typeface="Arial"/>
                <a:ea typeface="Arial"/>
                <a:cs typeface="Arial"/>
              </a:rPr>
              <a:t>Inspect the full recipe</a:t>
            </a:r>
          </a:p>
        </p:txBody>
      </p:sp>
      <p:sp>
        <p:nvSpPr>
          <p:cNvPr id="6" name="text-112">
            <a:extLst xmlns:a="http://schemas.openxmlformats.org/drawingml/2006/main">
              <a:ext uri="{FF2B5EF4-FFF2-40B4-BE49-F238E27FC236}">
                <a16:creationId xmlns:a16="http://schemas.microsoft.com/office/drawing/2014/main" id="{50CEDA9A-C8A5-4398-AAF6-98A3F60303DC}"/>
              </a:ext>
            </a:extLst>
          </p:cNvPr>
          <p:cNvSpPr>
            <a:spLocks xmlns:a="http://schemas.openxmlformats.org/drawingml/2006/main" noGrp="1"/>
          </p:cNvSpPr>
          <p:nvPr/>
        </p:nvSpPr>
        <p:spPr>
          <a:xfrm xmlns:a="http://schemas.openxmlformats.org/drawingml/2006/main">
            <a:off x="666750" y="5715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466163"/>
                </a:solidFill>
                <a:latin typeface="Arial"/>
                <a:ea typeface="Arial"/>
                <a:cs typeface="Arial"/>
              </a:defRPr>
            </a:defPPr>
            <a:lvl1pPr>
              <a:defRPr sz="1275" b="0">
                <a:solidFill>
                  <a:srgbClr val="466163"/>
                </a:solidFill>
                <a:latin typeface="Arial"/>
                <a:ea typeface="Arial"/>
                <a:cs typeface="Arial"/>
              </a:defRPr>
            </a:lvl1pPr>
            <a:lvl2pPr>
              <a:defRPr sz="1275" b="0">
                <a:solidFill>
                  <a:srgbClr val="466163"/>
                </a:solidFill>
                <a:latin typeface="Arial"/>
                <a:ea typeface="Arial"/>
                <a:cs typeface="Arial"/>
              </a:defRPr>
            </a:lvl2pPr>
            <a:lvl3pPr>
              <a:defRPr sz="1275" b="0">
                <a:solidFill>
                  <a:srgbClr val="466163"/>
                </a:solidFill>
                <a:latin typeface="Arial"/>
                <a:ea typeface="Arial"/>
                <a:cs typeface="Arial"/>
              </a:defRPr>
            </a:lvl3pPr>
            <a:lvl4pPr>
              <a:defRPr sz="1275" b="0">
                <a:solidFill>
                  <a:srgbClr val="466163"/>
                </a:solidFill>
                <a:latin typeface="Arial"/>
                <a:ea typeface="Arial"/>
                <a:cs typeface="Arial"/>
              </a:defRPr>
            </a:lvl4pPr>
            <a:lvl5pPr>
              <a:defRPr sz="1275" b="0">
                <a:solidFill>
                  <a:srgbClr val="466163"/>
                </a:solidFill>
                <a:latin typeface="Arial"/>
                <a:ea typeface="Arial"/>
                <a:cs typeface="Arial"/>
              </a:defRPr>
            </a:lvl5pPr>
            <a:lvl6pPr>
              <a:defRPr sz="1275" b="0">
                <a:solidFill>
                  <a:srgbClr val="466163"/>
                </a:solidFill>
                <a:latin typeface="Arial"/>
                <a:ea typeface="Arial"/>
                <a:cs typeface="Arial"/>
              </a:defRPr>
            </a:lvl6pPr>
            <a:lvl7pPr>
              <a:defRPr sz="1275" b="0">
                <a:solidFill>
                  <a:srgbClr val="466163"/>
                </a:solidFill>
                <a:latin typeface="Arial"/>
                <a:ea typeface="Arial"/>
                <a:cs typeface="Arial"/>
              </a:defRPr>
            </a:lvl7pPr>
            <a:lvl8pPr>
              <a:defRPr sz="1275" b="0">
                <a:solidFill>
                  <a:srgbClr val="466163"/>
                </a:solidFill>
                <a:latin typeface="Arial"/>
                <a:ea typeface="Arial"/>
                <a:cs typeface="Arial"/>
              </a:defRPr>
            </a:lvl8pPr>
            <a:lvl9pPr>
              <a:defRPr sz="1275" b="0">
                <a:solidFill>
                  <a:srgbClr val="466163"/>
                </a:solidFill>
                <a:latin typeface="Arial"/>
                <a:ea typeface="Arial"/>
                <a:cs typeface="Arial"/>
              </a:defRPr>
            </a:lvl9pPr>
          </a:lstStyle>
          <a:p xmlns:a="http://schemas.openxmlformats.org/drawingml/2006/main">
            <a:pPr>
              <a:defRPr sz="1275" b="0">
                <a:solidFill>
                  <a:srgbClr val="466163"/>
                </a:solidFill>
                <a:latin typeface="Arial"/>
                <a:ea typeface="Arial"/>
                <a:cs typeface="Arial"/>
              </a:defRPr>
            </a:pPr>
            <a:r>
              <a:rPr sz="1275" b="0">
                <a:solidFill>
                  <a:srgbClr val="466163"/>
                </a:solidFill>
                <a:latin typeface="Arial"/>
                <a:ea typeface="Arial"/>
                <a:cs typeface="Arial"/>
              </a:rPr>
              <a:t>Live screen. Protected full-recipe owner preview. This is not proof of a completed customer payment.</a:t>
            </a:r>
          </a:p>
        </p:txBody>
      </p:sp>
      <p:pic>
        <p:nvPicPr>
          <p:cNvPr id="7" name="">
            <a:extLst xmlns:a="http://schemas.openxmlformats.org/drawingml/2006/main">
              <a:ext uri="{FF2B5EF4-FFF2-40B4-BE49-F238E27FC236}">
                <a16:creationId xmlns:a16="http://schemas.microsoft.com/office/drawing/2014/main" id="{1D8204EF-FED5-4D98-B579-371A9C1138E4}"/>
              </a:ext>
            </a:extLst>
          </p:cNvPr>
          <p:cNvPicPr>
            <a:picLocks xmlns:a="http://schemas.openxmlformats.org/drawingml/2006/main" noChangeAspect="1"/>
          </p:cNvPicPr>
          <p:nvPr/>
        </p:nvPicPr>
        <p:blipFill>
          <a:blip xmlns:r="http://schemas.openxmlformats.org/officeDocument/2006/relationships" xmlns:a="http://schemas.openxmlformats.org/drawingml/2006/main" r:embed="R1057df7efe4a4d2f"/>
          <a:stretch xmlns:a="http://schemas.openxmlformats.org/drawingml/2006/main"/>
        </p:blipFill>
        <p:spPr>
          <a:xfrm xmlns:a="http://schemas.openxmlformats.org/drawingml/2006/main">
            <a:off x="6582728" y="1762125"/>
            <a:ext cx="4598670" cy="3381375"/>
          </a:xfrm>
          <a:prstGeom xmlns:a="http://schemas.openxmlformats.org/drawingml/2006/main" prst="rect">
            <a:avLst/>
          </a:prstGeom>
        </p:spPr>
      </p:pic>
      <p:sp>
        <p:nvSpPr>
          <p:cNvPr id="8" name="text-113">
            <a:extLst xmlns:a="http://schemas.openxmlformats.org/drawingml/2006/main">
              <a:ext uri="{FF2B5EF4-FFF2-40B4-BE49-F238E27FC236}">
                <a16:creationId xmlns:a16="http://schemas.microsoft.com/office/drawing/2014/main" id="{5DA9C530-3CAB-4682-B48B-8768F4898BCF}"/>
              </a:ext>
            </a:extLst>
          </p:cNvPr>
          <p:cNvSpPr>
            <a:spLocks xmlns:a="http://schemas.openxmlformats.org/drawingml/2006/main" noGrp="1"/>
          </p:cNvSpPr>
          <p:nvPr/>
        </p:nvSpPr>
        <p:spPr>
          <a:xfrm xmlns:a="http://schemas.openxmlformats.org/drawingml/2006/main">
            <a:off x="6238875" y="5286375"/>
            <a:ext cx="528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173D40"/>
                </a:solidFill>
                <a:latin typeface="Arial"/>
                <a:ea typeface="Arial"/>
                <a:cs typeface="Arial"/>
              </a:defRPr>
            </a:defPPr>
            <a:lvl1pPr>
              <a:defRPr sz="1800" b="1">
                <a:solidFill>
                  <a:srgbClr val="173D40"/>
                </a:solidFill>
                <a:latin typeface="Arial"/>
                <a:ea typeface="Arial"/>
                <a:cs typeface="Arial"/>
              </a:defRPr>
            </a:lvl1pPr>
            <a:lvl2pPr>
              <a:defRPr sz="1800" b="1">
                <a:solidFill>
                  <a:srgbClr val="173D40"/>
                </a:solidFill>
                <a:latin typeface="Arial"/>
                <a:ea typeface="Arial"/>
                <a:cs typeface="Arial"/>
              </a:defRPr>
            </a:lvl2pPr>
            <a:lvl3pPr>
              <a:defRPr sz="1800" b="1">
                <a:solidFill>
                  <a:srgbClr val="173D40"/>
                </a:solidFill>
                <a:latin typeface="Arial"/>
                <a:ea typeface="Arial"/>
                <a:cs typeface="Arial"/>
              </a:defRPr>
            </a:lvl3pPr>
            <a:lvl4pPr>
              <a:defRPr sz="1800" b="1">
                <a:solidFill>
                  <a:srgbClr val="173D40"/>
                </a:solidFill>
                <a:latin typeface="Arial"/>
                <a:ea typeface="Arial"/>
                <a:cs typeface="Arial"/>
              </a:defRPr>
            </a:lvl4pPr>
            <a:lvl5pPr>
              <a:defRPr sz="1800" b="1">
                <a:solidFill>
                  <a:srgbClr val="173D40"/>
                </a:solidFill>
                <a:latin typeface="Arial"/>
                <a:ea typeface="Arial"/>
                <a:cs typeface="Arial"/>
              </a:defRPr>
            </a:lvl5pPr>
            <a:lvl6pPr>
              <a:defRPr sz="1800" b="1">
                <a:solidFill>
                  <a:srgbClr val="173D40"/>
                </a:solidFill>
                <a:latin typeface="Arial"/>
                <a:ea typeface="Arial"/>
                <a:cs typeface="Arial"/>
              </a:defRPr>
            </a:lvl6pPr>
            <a:lvl7pPr>
              <a:defRPr sz="1800" b="1">
                <a:solidFill>
                  <a:srgbClr val="173D40"/>
                </a:solidFill>
                <a:latin typeface="Arial"/>
                <a:ea typeface="Arial"/>
                <a:cs typeface="Arial"/>
              </a:defRPr>
            </a:lvl7pPr>
            <a:lvl8pPr>
              <a:defRPr sz="1800" b="1">
                <a:solidFill>
                  <a:srgbClr val="173D40"/>
                </a:solidFill>
                <a:latin typeface="Arial"/>
                <a:ea typeface="Arial"/>
                <a:cs typeface="Arial"/>
              </a:defRPr>
            </a:lvl8pPr>
            <a:lvl9pPr>
              <a:defRPr sz="1800" b="1">
                <a:solidFill>
                  <a:srgbClr val="173D40"/>
                </a:solidFill>
                <a:latin typeface="Arial"/>
                <a:ea typeface="Arial"/>
                <a:cs typeface="Arial"/>
              </a:defRPr>
            </a:lvl9pPr>
          </a:lstStyle>
          <a:p xmlns:a="http://schemas.openxmlformats.org/drawingml/2006/main">
            <a:pPr>
              <a:defRPr sz="1800" b="1">
                <a:solidFill>
                  <a:srgbClr val="173D40"/>
                </a:solidFill>
                <a:latin typeface="Arial"/>
                <a:ea typeface="Arial"/>
                <a:cs typeface="Arial"/>
              </a:defRPr>
            </a:pPr>
            <a:r>
              <a:rPr sz="1800" b="1">
                <a:solidFill>
                  <a:srgbClr val="173D40"/>
                </a:solidFill>
                <a:latin typeface="Arial"/>
                <a:ea typeface="Arial"/>
                <a:cs typeface="Arial"/>
              </a:rPr>
              <a:t>Preview Print / Save PDF</a:t>
            </a:r>
          </a:p>
        </p:txBody>
      </p:sp>
      <p:sp>
        <p:nvSpPr>
          <p:cNvPr id="9" name="text-114">
            <a:extLst xmlns:a="http://schemas.openxmlformats.org/drawingml/2006/main">
              <a:ext uri="{FF2B5EF4-FFF2-40B4-BE49-F238E27FC236}">
                <a16:creationId xmlns:a16="http://schemas.microsoft.com/office/drawing/2014/main" id="{78943A0F-B195-4901-8890-5EF46E06F13B}"/>
              </a:ext>
            </a:extLst>
          </p:cNvPr>
          <p:cNvSpPr>
            <a:spLocks xmlns:a="http://schemas.openxmlformats.org/drawingml/2006/main" noGrp="1"/>
          </p:cNvSpPr>
          <p:nvPr/>
        </p:nvSpPr>
        <p:spPr>
          <a:xfrm xmlns:a="http://schemas.openxmlformats.org/drawingml/2006/main">
            <a:off x="6238875" y="5715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466163"/>
                </a:solidFill>
                <a:latin typeface="Arial"/>
                <a:ea typeface="Arial"/>
                <a:cs typeface="Arial"/>
              </a:defRPr>
            </a:defPPr>
            <a:lvl1pPr>
              <a:defRPr sz="1275" b="0">
                <a:solidFill>
                  <a:srgbClr val="466163"/>
                </a:solidFill>
                <a:latin typeface="Arial"/>
                <a:ea typeface="Arial"/>
                <a:cs typeface="Arial"/>
              </a:defRPr>
            </a:lvl1pPr>
            <a:lvl2pPr>
              <a:defRPr sz="1275" b="0">
                <a:solidFill>
                  <a:srgbClr val="466163"/>
                </a:solidFill>
                <a:latin typeface="Arial"/>
                <a:ea typeface="Arial"/>
                <a:cs typeface="Arial"/>
              </a:defRPr>
            </a:lvl2pPr>
            <a:lvl3pPr>
              <a:defRPr sz="1275" b="0">
                <a:solidFill>
                  <a:srgbClr val="466163"/>
                </a:solidFill>
                <a:latin typeface="Arial"/>
                <a:ea typeface="Arial"/>
                <a:cs typeface="Arial"/>
              </a:defRPr>
            </a:lvl3pPr>
            <a:lvl4pPr>
              <a:defRPr sz="1275" b="0">
                <a:solidFill>
                  <a:srgbClr val="466163"/>
                </a:solidFill>
                <a:latin typeface="Arial"/>
                <a:ea typeface="Arial"/>
                <a:cs typeface="Arial"/>
              </a:defRPr>
            </a:lvl4pPr>
            <a:lvl5pPr>
              <a:defRPr sz="1275" b="0">
                <a:solidFill>
                  <a:srgbClr val="466163"/>
                </a:solidFill>
                <a:latin typeface="Arial"/>
                <a:ea typeface="Arial"/>
                <a:cs typeface="Arial"/>
              </a:defRPr>
            </a:lvl5pPr>
            <a:lvl6pPr>
              <a:defRPr sz="1275" b="0">
                <a:solidFill>
                  <a:srgbClr val="466163"/>
                </a:solidFill>
                <a:latin typeface="Arial"/>
                <a:ea typeface="Arial"/>
                <a:cs typeface="Arial"/>
              </a:defRPr>
            </a:lvl6pPr>
            <a:lvl7pPr>
              <a:defRPr sz="1275" b="0">
                <a:solidFill>
                  <a:srgbClr val="466163"/>
                </a:solidFill>
                <a:latin typeface="Arial"/>
                <a:ea typeface="Arial"/>
                <a:cs typeface="Arial"/>
              </a:defRPr>
            </a:lvl7pPr>
            <a:lvl8pPr>
              <a:defRPr sz="1275" b="0">
                <a:solidFill>
                  <a:srgbClr val="466163"/>
                </a:solidFill>
                <a:latin typeface="Arial"/>
                <a:ea typeface="Arial"/>
                <a:cs typeface="Arial"/>
              </a:defRPr>
            </a:lvl8pPr>
            <a:lvl9pPr>
              <a:defRPr sz="1275" b="0">
                <a:solidFill>
                  <a:srgbClr val="466163"/>
                </a:solidFill>
                <a:latin typeface="Arial"/>
                <a:ea typeface="Arial"/>
                <a:cs typeface="Arial"/>
              </a:defRPr>
            </a:lvl9pPr>
          </a:lstStyle>
          <a:p xmlns:a="http://schemas.openxmlformats.org/drawingml/2006/main">
            <a:pPr>
              <a:defRPr sz="1275" b="0">
                <a:solidFill>
                  <a:srgbClr val="466163"/>
                </a:solidFill>
                <a:latin typeface="Arial"/>
                <a:ea typeface="Arial"/>
                <a:cs typeface="Arial"/>
              </a:defRPr>
            </a:pPr>
            <a:r>
              <a:rPr sz="1275" b="0">
                <a:solidFill>
                  <a:srgbClr val="466163"/>
                </a:solidFill>
                <a:latin typeface="Arial"/>
                <a:ea typeface="Arial"/>
                <a:cs typeface="Arial"/>
              </a:rPr>
              <a:t>Live screen. Current print layout from the protected preview. Customer purchase unlocking is tested separately.</a:t>
            </a:r>
          </a:p>
        </p:txBody>
      </p:sp>
      <p:sp>
        <p:nvSpPr>
          <p:cNvPr id="10" name="text-115">
            <a:extLst xmlns:a="http://schemas.openxmlformats.org/drawingml/2006/main">
              <a:ext uri="{FF2B5EF4-FFF2-40B4-BE49-F238E27FC236}">
                <a16:creationId xmlns:a16="http://schemas.microsoft.com/office/drawing/2014/main" id="{BD2472D7-76D9-47B1-812A-52907184C8ED}"/>
              </a:ext>
            </a:extLst>
          </p:cNvPr>
          <p:cNvSpPr>
            <a:spLocks xmlns:a="http://schemas.openxmlformats.org/drawingml/2006/main" noGrp="1"/>
          </p:cNvSpPr>
          <p:nvPr/>
        </p:nvSpPr>
        <p:spPr>
          <a:xfrm xmlns:a="http://schemas.openxmlformats.org/drawingml/2006/main">
            <a:off x="666750" y="1190625"/>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367577"/>
                </a:solidFill>
                <a:latin typeface="Arial"/>
                <a:ea typeface="Arial"/>
                <a:cs typeface="Arial"/>
              </a:defRPr>
            </a:defPPr>
            <a:lvl1pPr>
              <a:defRPr sz="1650" b="1">
                <a:solidFill>
                  <a:srgbClr val="367577"/>
                </a:solidFill>
                <a:latin typeface="Arial"/>
                <a:ea typeface="Arial"/>
                <a:cs typeface="Arial"/>
              </a:defRPr>
            </a:lvl1pPr>
            <a:lvl2pPr>
              <a:defRPr sz="1650" b="1">
                <a:solidFill>
                  <a:srgbClr val="367577"/>
                </a:solidFill>
                <a:latin typeface="Arial"/>
                <a:ea typeface="Arial"/>
                <a:cs typeface="Arial"/>
              </a:defRPr>
            </a:lvl2pPr>
            <a:lvl3pPr>
              <a:defRPr sz="1650" b="1">
                <a:solidFill>
                  <a:srgbClr val="367577"/>
                </a:solidFill>
                <a:latin typeface="Arial"/>
                <a:ea typeface="Arial"/>
                <a:cs typeface="Arial"/>
              </a:defRPr>
            </a:lvl3pPr>
            <a:lvl4pPr>
              <a:defRPr sz="1650" b="1">
                <a:solidFill>
                  <a:srgbClr val="367577"/>
                </a:solidFill>
                <a:latin typeface="Arial"/>
                <a:ea typeface="Arial"/>
                <a:cs typeface="Arial"/>
              </a:defRPr>
            </a:lvl4pPr>
            <a:lvl5pPr>
              <a:defRPr sz="1650" b="1">
                <a:solidFill>
                  <a:srgbClr val="367577"/>
                </a:solidFill>
                <a:latin typeface="Arial"/>
                <a:ea typeface="Arial"/>
                <a:cs typeface="Arial"/>
              </a:defRPr>
            </a:lvl5pPr>
            <a:lvl6pPr>
              <a:defRPr sz="1650" b="1">
                <a:solidFill>
                  <a:srgbClr val="367577"/>
                </a:solidFill>
                <a:latin typeface="Arial"/>
                <a:ea typeface="Arial"/>
                <a:cs typeface="Arial"/>
              </a:defRPr>
            </a:lvl6pPr>
            <a:lvl7pPr>
              <a:defRPr sz="1650" b="1">
                <a:solidFill>
                  <a:srgbClr val="367577"/>
                </a:solidFill>
                <a:latin typeface="Arial"/>
                <a:ea typeface="Arial"/>
                <a:cs typeface="Arial"/>
              </a:defRPr>
            </a:lvl7pPr>
            <a:lvl8pPr>
              <a:defRPr sz="1650" b="1">
                <a:solidFill>
                  <a:srgbClr val="367577"/>
                </a:solidFill>
                <a:latin typeface="Arial"/>
                <a:ea typeface="Arial"/>
                <a:cs typeface="Arial"/>
              </a:defRPr>
            </a:lvl8pPr>
            <a:lvl9pPr>
              <a:defRPr sz="1650" b="1">
                <a:solidFill>
                  <a:srgbClr val="367577"/>
                </a:solidFill>
                <a:latin typeface="Arial"/>
                <a:ea typeface="Arial"/>
                <a:cs typeface="Arial"/>
              </a:defRPr>
            </a:lvl9pPr>
          </a:lstStyle>
          <a:p xmlns:a="http://schemas.openxmlformats.org/drawingml/2006/main">
            <a:pPr>
              <a:defRPr sz="1650" b="1">
                <a:solidFill>
                  <a:srgbClr val="367577"/>
                </a:solidFill>
                <a:latin typeface="Arial"/>
                <a:ea typeface="Arial"/>
                <a:cs typeface="Arial"/>
              </a:defRPr>
            </a:pPr>
            <a:r>
              <a:rPr sz="1650" u="sng">
                <a:solidFill>
                  <a:srgbClr val="367577"/>
                </a:solidFill>
                <a:latin typeface="Arial"/>
                <a:ea typeface="Arial"/>
                <a:cs typeface="Arial"/>
                <a:hlinkClick xmlns:r="http://schemas.openxmlformats.org/officeDocument/2006/relationships" r:id="R92b93361ceb549b1"/>
              </a:rPr>
              <a:t>Open all step images in the guide</a:t>
            </a:r>
          </a:p>
        </p:txBody>
      </p:sp>
    </p:spTree>
    <p:extLst>
      <p:ext uri="{BB962C8B-B14F-4D97-AF65-F5344CB8AC3E}">
        <p14:creationId xmlns:p14="http://schemas.microsoft.com/office/powerpoint/2010/main" val="1177596984"/>
      </p:ext>
    </p:extLst>
  </p:cSld>
</p:sld>
</file>

<file path=ppt/slides/slide15.xml><?xml version="1.0" encoding="utf-8"?>
<p:sld xmlns:p="http://schemas.openxmlformats.org/presentationml/2006/main" show="0">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11" name="text-116">
            <a:extLst xmlns:a="http://schemas.openxmlformats.org/drawingml/2006/main">
              <a:ext uri="{FF2B5EF4-FFF2-40B4-BE49-F238E27FC236}">
                <a16:creationId xmlns:a16="http://schemas.microsoft.com/office/drawing/2014/main" id="{0719867A-E23A-441B-AC34-6C41522A4E6B}"/>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Newsletter workflow</a:t>
            </a:r>
          </a:p>
        </p:txBody>
      </p:sp>
      <p:sp>
        <p:nvSpPr>
          <p:cNvPr id="2" name="text-117">
            <a:extLst xmlns:a="http://schemas.openxmlformats.org/drawingml/2006/main">
              <a:ext uri="{FF2B5EF4-FFF2-40B4-BE49-F238E27FC236}">
                <a16:creationId xmlns:a16="http://schemas.microsoft.com/office/drawing/2014/main" id="{7A8A3F10-FBD2-4772-B120-6BD007977CE6}"/>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118">
            <a:extLst xmlns:a="http://schemas.openxmlformats.org/drawingml/2006/main">
              <a:ext uri="{FF2B5EF4-FFF2-40B4-BE49-F238E27FC236}">
                <a16:creationId xmlns:a16="http://schemas.microsoft.com/office/drawing/2014/main" id="{D1FE91BF-993F-4E90-951A-D8138B810305}"/>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15</a:t>
            </a:r>
          </a:p>
        </p:txBody>
      </p:sp>
      <p:pic>
        <p:nvPicPr>
          <p:cNvPr id="4" name="">
            <a:extLst xmlns:a="http://schemas.openxmlformats.org/drawingml/2006/main">
              <a:ext uri="{FF2B5EF4-FFF2-40B4-BE49-F238E27FC236}">
                <a16:creationId xmlns:a16="http://schemas.microsoft.com/office/drawing/2014/main" id="{EA85182D-FD41-4683-BD70-2B12A0B1327C}"/>
              </a:ext>
            </a:extLst>
          </p:cNvPr>
          <p:cNvPicPr>
            <a:picLocks xmlns:a="http://schemas.openxmlformats.org/drawingml/2006/main" noChangeAspect="1"/>
          </p:cNvPicPr>
          <p:nvPr/>
        </p:nvPicPr>
        <p:blipFill>
          <a:blip xmlns:r="http://schemas.openxmlformats.org/officeDocument/2006/relationships" xmlns:a="http://schemas.openxmlformats.org/drawingml/2006/main" r:embed="Rb178134ee5c14a69"/>
          <a:stretch xmlns:a="http://schemas.openxmlformats.org/drawingml/2006/main"/>
        </p:blipFill>
        <p:spPr>
          <a:xfrm xmlns:a="http://schemas.openxmlformats.org/drawingml/2006/main">
            <a:off x="2101034" y="1762125"/>
            <a:ext cx="2417808" cy="3381375"/>
          </a:xfrm>
          <a:prstGeom xmlns:a="http://schemas.openxmlformats.org/drawingml/2006/main" prst="rect">
            <a:avLst/>
          </a:prstGeom>
        </p:spPr>
      </p:pic>
      <p:sp>
        <p:nvSpPr>
          <p:cNvPr id="5" name="text-119">
            <a:extLst xmlns:a="http://schemas.openxmlformats.org/drawingml/2006/main">
              <a:ext uri="{FF2B5EF4-FFF2-40B4-BE49-F238E27FC236}">
                <a16:creationId xmlns:a16="http://schemas.microsoft.com/office/drawing/2014/main" id="{F86ABDD1-7CD1-48DD-B296-54EE5F51F9FB}"/>
              </a:ext>
            </a:extLst>
          </p:cNvPr>
          <p:cNvSpPr>
            <a:spLocks xmlns:a="http://schemas.openxmlformats.org/drawingml/2006/main" noGrp="1"/>
          </p:cNvSpPr>
          <p:nvPr/>
        </p:nvSpPr>
        <p:spPr>
          <a:xfrm xmlns:a="http://schemas.openxmlformats.org/drawingml/2006/main">
            <a:off x="666750" y="5286375"/>
            <a:ext cx="528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173D40"/>
                </a:solidFill>
                <a:latin typeface="Arial"/>
                <a:ea typeface="Arial"/>
                <a:cs typeface="Arial"/>
              </a:defRPr>
            </a:defPPr>
            <a:lvl1pPr>
              <a:defRPr sz="1800" b="1">
                <a:solidFill>
                  <a:srgbClr val="173D40"/>
                </a:solidFill>
                <a:latin typeface="Arial"/>
                <a:ea typeface="Arial"/>
                <a:cs typeface="Arial"/>
              </a:defRPr>
            </a:lvl1pPr>
            <a:lvl2pPr>
              <a:defRPr sz="1800" b="1">
                <a:solidFill>
                  <a:srgbClr val="173D40"/>
                </a:solidFill>
                <a:latin typeface="Arial"/>
                <a:ea typeface="Arial"/>
                <a:cs typeface="Arial"/>
              </a:defRPr>
            </a:lvl2pPr>
            <a:lvl3pPr>
              <a:defRPr sz="1800" b="1">
                <a:solidFill>
                  <a:srgbClr val="173D40"/>
                </a:solidFill>
                <a:latin typeface="Arial"/>
                <a:ea typeface="Arial"/>
                <a:cs typeface="Arial"/>
              </a:defRPr>
            </a:lvl3pPr>
            <a:lvl4pPr>
              <a:defRPr sz="1800" b="1">
                <a:solidFill>
                  <a:srgbClr val="173D40"/>
                </a:solidFill>
                <a:latin typeface="Arial"/>
                <a:ea typeface="Arial"/>
                <a:cs typeface="Arial"/>
              </a:defRPr>
            </a:lvl4pPr>
            <a:lvl5pPr>
              <a:defRPr sz="1800" b="1">
                <a:solidFill>
                  <a:srgbClr val="173D40"/>
                </a:solidFill>
                <a:latin typeface="Arial"/>
                <a:ea typeface="Arial"/>
                <a:cs typeface="Arial"/>
              </a:defRPr>
            </a:lvl5pPr>
            <a:lvl6pPr>
              <a:defRPr sz="1800" b="1">
                <a:solidFill>
                  <a:srgbClr val="173D40"/>
                </a:solidFill>
                <a:latin typeface="Arial"/>
                <a:ea typeface="Arial"/>
                <a:cs typeface="Arial"/>
              </a:defRPr>
            </a:lvl6pPr>
            <a:lvl7pPr>
              <a:defRPr sz="1800" b="1">
                <a:solidFill>
                  <a:srgbClr val="173D40"/>
                </a:solidFill>
                <a:latin typeface="Arial"/>
                <a:ea typeface="Arial"/>
                <a:cs typeface="Arial"/>
              </a:defRPr>
            </a:lvl7pPr>
            <a:lvl8pPr>
              <a:defRPr sz="1800" b="1">
                <a:solidFill>
                  <a:srgbClr val="173D40"/>
                </a:solidFill>
                <a:latin typeface="Arial"/>
                <a:ea typeface="Arial"/>
                <a:cs typeface="Arial"/>
              </a:defRPr>
            </a:lvl8pPr>
            <a:lvl9pPr>
              <a:defRPr sz="1800" b="1">
                <a:solidFill>
                  <a:srgbClr val="173D40"/>
                </a:solidFill>
                <a:latin typeface="Arial"/>
                <a:ea typeface="Arial"/>
                <a:cs typeface="Arial"/>
              </a:defRPr>
            </a:lvl9pPr>
          </a:lstStyle>
          <a:p xmlns:a="http://schemas.openxmlformats.org/drawingml/2006/main">
            <a:pPr>
              <a:defRPr sz="1800" b="1">
                <a:solidFill>
                  <a:srgbClr val="173D40"/>
                </a:solidFill>
                <a:latin typeface="Arial"/>
                <a:ea typeface="Arial"/>
                <a:cs typeface="Arial"/>
              </a:defRPr>
            </a:pPr>
            <a:r>
              <a:rPr sz="1800" b="1">
                <a:solidFill>
                  <a:srgbClr val="173D40"/>
                </a:solidFill>
                <a:latin typeface="Arial"/>
                <a:ea typeface="Arial"/>
                <a:cs typeface="Arial"/>
              </a:rPr>
              <a:t>Write and save an issue</a:t>
            </a:r>
          </a:p>
        </p:txBody>
      </p:sp>
      <p:sp>
        <p:nvSpPr>
          <p:cNvPr id="6" name="text-120">
            <a:extLst xmlns:a="http://schemas.openxmlformats.org/drawingml/2006/main">
              <a:ext uri="{FF2B5EF4-FFF2-40B4-BE49-F238E27FC236}">
                <a16:creationId xmlns:a16="http://schemas.microsoft.com/office/drawing/2014/main" id="{A15ABECE-A427-4D74-937A-DC01CA2BD4EE}"/>
              </a:ext>
            </a:extLst>
          </p:cNvPr>
          <p:cNvSpPr>
            <a:spLocks xmlns:a="http://schemas.openxmlformats.org/drawingml/2006/main" noGrp="1"/>
          </p:cNvSpPr>
          <p:nvPr/>
        </p:nvSpPr>
        <p:spPr>
          <a:xfrm xmlns:a="http://schemas.openxmlformats.org/drawingml/2006/main">
            <a:off x="666750" y="5715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466163"/>
                </a:solidFill>
                <a:latin typeface="Arial"/>
                <a:ea typeface="Arial"/>
                <a:cs typeface="Arial"/>
              </a:defRPr>
            </a:defPPr>
            <a:lvl1pPr>
              <a:defRPr sz="1275" b="0">
                <a:solidFill>
                  <a:srgbClr val="466163"/>
                </a:solidFill>
                <a:latin typeface="Arial"/>
                <a:ea typeface="Arial"/>
                <a:cs typeface="Arial"/>
              </a:defRPr>
            </a:lvl1pPr>
            <a:lvl2pPr>
              <a:defRPr sz="1275" b="0">
                <a:solidFill>
                  <a:srgbClr val="466163"/>
                </a:solidFill>
                <a:latin typeface="Arial"/>
                <a:ea typeface="Arial"/>
                <a:cs typeface="Arial"/>
              </a:defRPr>
            </a:lvl2pPr>
            <a:lvl3pPr>
              <a:defRPr sz="1275" b="0">
                <a:solidFill>
                  <a:srgbClr val="466163"/>
                </a:solidFill>
                <a:latin typeface="Arial"/>
                <a:ea typeface="Arial"/>
                <a:cs typeface="Arial"/>
              </a:defRPr>
            </a:lvl3pPr>
            <a:lvl4pPr>
              <a:defRPr sz="1275" b="0">
                <a:solidFill>
                  <a:srgbClr val="466163"/>
                </a:solidFill>
                <a:latin typeface="Arial"/>
                <a:ea typeface="Arial"/>
                <a:cs typeface="Arial"/>
              </a:defRPr>
            </a:lvl4pPr>
            <a:lvl5pPr>
              <a:defRPr sz="1275" b="0">
                <a:solidFill>
                  <a:srgbClr val="466163"/>
                </a:solidFill>
                <a:latin typeface="Arial"/>
                <a:ea typeface="Arial"/>
                <a:cs typeface="Arial"/>
              </a:defRPr>
            </a:lvl5pPr>
            <a:lvl6pPr>
              <a:defRPr sz="1275" b="0">
                <a:solidFill>
                  <a:srgbClr val="466163"/>
                </a:solidFill>
                <a:latin typeface="Arial"/>
                <a:ea typeface="Arial"/>
                <a:cs typeface="Arial"/>
              </a:defRPr>
            </a:lvl6pPr>
            <a:lvl7pPr>
              <a:defRPr sz="1275" b="0">
                <a:solidFill>
                  <a:srgbClr val="466163"/>
                </a:solidFill>
                <a:latin typeface="Arial"/>
                <a:ea typeface="Arial"/>
                <a:cs typeface="Arial"/>
              </a:defRPr>
            </a:lvl7pPr>
            <a:lvl8pPr>
              <a:defRPr sz="1275" b="0">
                <a:solidFill>
                  <a:srgbClr val="466163"/>
                </a:solidFill>
                <a:latin typeface="Arial"/>
                <a:ea typeface="Arial"/>
                <a:cs typeface="Arial"/>
              </a:defRPr>
            </a:lvl8pPr>
            <a:lvl9pPr>
              <a:defRPr sz="1275" b="0">
                <a:solidFill>
                  <a:srgbClr val="466163"/>
                </a:solidFill>
                <a:latin typeface="Arial"/>
                <a:ea typeface="Arial"/>
                <a:cs typeface="Arial"/>
              </a:defRPr>
            </a:lvl9pPr>
          </a:lstStyle>
          <a:p xmlns:a="http://schemas.openxmlformats.org/drawingml/2006/main">
            <a:pPr>
              <a:defRPr sz="1275" b="0">
                <a:solidFill>
                  <a:srgbClr val="466163"/>
                </a:solidFill>
                <a:latin typeface="Arial"/>
                <a:ea typeface="Arial"/>
                <a:cs typeface="Arial"/>
              </a:defRPr>
            </a:pPr>
            <a:r>
              <a:rPr sz="1275" b="0">
                <a:solidFill>
                  <a:srgbClr val="466163"/>
                </a:solidFill>
                <a:latin typeface="Arial"/>
                <a:ea typeface="Arial"/>
                <a:cs typeface="Arial"/>
              </a:rPr>
              <a:t>UI test. Save was tested against a browser-only response. No issue was stored or emailed.</a:t>
            </a:r>
          </a:p>
        </p:txBody>
      </p:sp>
      <p:pic>
        <p:nvPicPr>
          <p:cNvPr id="7" name="">
            <a:extLst xmlns:a="http://schemas.openxmlformats.org/drawingml/2006/main">
              <a:ext uri="{FF2B5EF4-FFF2-40B4-BE49-F238E27FC236}">
                <a16:creationId xmlns:a16="http://schemas.microsoft.com/office/drawing/2014/main" id="{BD8007AB-360D-4765-9FBA-5325D9225ECA}"/>
              </a:ext>
            </a:extLst>
          </p:cNvPr>
          <p:cNvPicPr>
            <a:picLocks xmlns:a="http://schemas.openxmlformats.org/drawingml/2006/main" noChangeAspect="1"/>
          </p:cNvPicPr>
          <p:nvPr/>
        </p:nvPicPr>
        <p:blipFill>
          <a:blip xmlns:r="http://schemas.openxmlformats.org/officeDocument/2006/relationships" xmlns:a="http://schemas.openxmlformats.org/drawingml/2006/main" r:embed="R3fb0dc69b1b44047"/>
          <a:stretch xmlns:a="http://schemas.openxmlformats.org/drawingml/2006/main"/>
        </p:blipFill>
        <p:spPr>
          <a:xfrm xmlns:a="http://schemas.openxmlformats.org/drawingml/2006/main">
            <a:off x="6238875" y="2069269"/>
            <a:ext cx="5286375" cy="2767087"/>
          </a:xfrm>
          <a:prstGeom xmlns:a="http://schemas.openxmlformats.org/drawingml/2006/main" prst="rect">
            <a:avLst/>
          </a:prstGeom>
        </p:spPr>
      </p:pic>
      <p:sp>
        <p:nvSpPr>
          <p:cNvPr id="8" name="text-121">
            <a:extLst xmlns:a="http://schemas.openxmlformats.org/drawingml/2006/main">
              <a:ext uri="{FF2B5EF4-FFF2-40B4-BE49-F238E27FC236}">
                <a16:creationId xmlns:a16="http://schemas.microsoft.com/office/drawing/2014/main" id="{C84CFEF7-142A-4B83-85ED-95CF59167C6B}"/>
              </a:ext>
            </a:extLst>
          </p:cNvPr>
          <p:cNvSpPr>
            <a:spLocks xmlns:a="http://schemas.openxmlformats.org/drawingml/2006/main" noGrp="1"/>
          </p:cNvSpPr>
          <p:nvPr/>
        </p:nvSpPr>
        <p:spPr>
          <a:xfrm xmlns:a="http://schemas.openxmlformats.org/drawingml/2006/main">
            <a:off x="6238875" y="5286375"/>
            <a:ext cx="528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173D40"/>
                </a:solidFill>
                <a:latin typeface="Arial"/>
                <a:ea typeface="Arial"/>
                <a:cs typeface="Arial"/>
              </a:defRPr>
            </a:defPPr>
            <a:lvl1pPr>
              <a:defRPr sz="1800" b="1">
                <a:solidFill>
                  <a:srgbClr val="173D40"/>
                </a:solidFill>
                <a:latin typeface="Arial"/>
                <a:ea typeface="Arial"/>
                <a:cs typeface="Arial"/>
              </a:defRPr>
            </a:lvl1pPr>
            <a:lvl2pPr>
              <a:defRPr sz="1800" b="1">
                <a:solidFill>
                  <a:srgbClr val="173D40"/>
                </a:solidFill>
                <a:latin typeface="Arial"/>
                <a:ea typeface="Arial"/>
                <a:cs typeface="Arial"/>
              </a:defRPr>
            </a:lvl2pPr>
            <a:lvl3pPr>
              <a:defRPr sz="1800" b="1">
                <a:solidFill>
                  <a:srgbClr val="173D40"/>
                </a:solidFill>
                <a:latin typeface="Arial"/>
                <a:ea typeface="Arial"/>
                <a:cs typeface="Arial"/>
              </a:defRPr>
            </a:lvl3pPr>
            <a:lvl4pPr>
              <a:defRPr sz="1800" b="1">
                <a:solidFill>
                  <a:srgbClr val="173D40"/>
                </a:solidFill>
                <a:latin typeface="Arial"/>
                <a:ea typeface="Arial"/>
                <a:cs typeface="Arial"/>
              </a:defRPr>
            </a:lvl4pPr>
            <a:lvl5pPr>
              <a:defRPr sz="1800" b="1">
                <a:solidFill>
                  <a:srgbClr val="173D40"/>
                </a:solidFill>
                <a:latin typeface="Arial"/>
                <a:ea typeface="Arial"/>
                <a:cs typeface="Arial"/>
              </a:defRPr>
            </a:lvl5pPr>
            <a:lvl6pPr>
              <a:defRPr sz="1800" b="1">
                <a:solidFill>
                  <a:srgbClr val="173D40"/>
                </a:solidFill>
                <a:latin typeface="Arial"/>
                <a:ea typeface="Arial"/>
                <a:cs typeface="Arial"/>
              </a:defRPr>
            </a:lvl6pPr>
            <a:lvl7pPr>
              <a:defRPr sz="1800" b="1">
                <a:solidFill>
                  <a:srgbClr val="173D40"/>
                </a:solidFill>
                <a:latin typeface="Arial"/>
                <a:ea typeface="Arial"/>
                <a:cs typeface="Arial"/>
              </a:defRPr>
            </a:lvl7pPr>
            <a:lvl8pPr>
              <a:defRPr sz="1800" b="1">
                <a:solidFill>
                  <a:srgbClr val="173D40"/>
                </a:solidFill>
                <a:latin typeface="Arial"/>
                <a:ea typeface="Arial"/>
                <a:cs typeface="Arial"/>
              </a:defRPr>
            </a:lvl8pPr>
            <a:lvl9pPr>
              <a:defRPr sz="1800" b="1">
                <a:solidFill>
                  <a:srgbClr val="173D40"/>
                </a:solidFill>
                <a:latin typeface="Arial"/>
                <a:ea typeface="Arial"/>
                <a:cs typeface="Arial"/>
              </a:defRPr>
            </a:lvl9pPr>
          </a:lstStyle>
          <a:p xmlns:a="http://schemas.openxmlformats.org/drawingml/2006/main">
            <a:pPr>
              <a:defRPr sz="1800" b="1">
                <a:solidFill>
                  <a:srgbClr val="173D40"/>
                </a:solidFill>
                <a:latin typeface="Arial"/>
                <a:ea typeface="Arial"/>
                <a:cs typeface="Arial"/>
              </a:defRPr>
            </a:pPr>
            <a:r>
              <a:rPr sz="1800" b="1">
                <a:solidFill>
                  <a:srgbClr val="173D40"/>
                </a:solidFill>
                <a:latin typeface="Arial"/>
                <a:ea typeface="Arial"/>
                <a:cs typeface="Arial"/>
              </a:rPr>
              <a:t>Review before sending</a:t>
            </a:r>
          </a:p>
        </p:txBody>
      </p:sp>
      <p:sp>
        <p:nvSpPr>
          <p:cNvPr id="9" name="text-122">
            <a:extLst xmlns:a="http://schemas.openxmlformats.org/drawingml/2006/main">
              <a:ext uri="{FF2B5EF4-FFF2-40B4-BE49-F238E27FC236}">
                <a16:creationId xmlns:a16="http://schemas.microsoft.com/office/drawing/2014/main" id="{4C72D93E-3A81-447F-8A19-0A9B337C1718}"/>
              </a:ext>
            </a:extLst>
          </p:cNvPr>
          <p:cNvSpPr>
            <a:spLocks xmlns:a="http://schemas.openxmlformats.org/drawingml/2006/main" noGrp="1"/>
          </p:cNvSpPr>
          <p:nvPr/>
        </p:nvSpPr>
        <p:spPr>
          <a:xfrm xmlns:a="http://schemas.openxmlformats.org/drawingml/2006/main">
            <a:off x="6238875" y="5715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466163"/>
                </a:solidFill>
                <a:latin typeface="Arial"/>
                <a:ea typeface="Arial"/>
                <a:cs typeface="Arial"/>
              </a:defRPr>
            </a:defPPr>
            <a:lvl1pPr>
              <a:defRPr sz="1275" b="0">
                <a:solidFill>
                  <a:srgbClr val="466163"/>
                </a:solidFill>
                <a:latin typeface="Arial"/>
                <a:ea typeface="Arial"/>
                <a:cs typeface="Arial"/>
              </a:defRPr>
            </a:lvl1pPr>
            <a:lvl2pPr>
              <a:defRPr sz="1275" b="0">
                <a:solidFill>
                  <a:srgbClr val="466163"/>
                </a:solidFill>
                <a:latin typeface="Arial"/>
                <a:ea typeface="Arial"/>
                <a:cs typeface="Arial"/>
              </a:defRPr>
            </a:lvl2pPr>
            <a:lvl3pPr>
              <a:defRPr sz="1275" b="0">
                <a:solidFill>
                  <a:srgbClr val="466163"/>
                </a:solidFill>
                <a:latin typeface="Arial"/>
                <a:ea typeface="Arial"/>
                <a:cs typeface="Arial"/>
              </a:defRPr>
            </a:lvl3pPr>
            <a:lvl4pPr>
              <a:defRPr sz="1275" b="0">
                <a:solidFill>
                  <a:srgbClr val="466163"/>
                </a:solidFill>
                <a:latin typeface="Arial"/>
                <a:ea typeface="Arial"/>
                <a:cs typeface="Arial"/>
              </a:defRPr>
            </a:lvl4pPr>
            <a:lvl5pPr>
              <a:defRPr sz="1275" b="0">
                <a:solidFill>
                  <a:srgbClr val="466163"/>
                </a:solidFill>
                <a:latin typeface="Arial"/>
                <a:ea typeface="Arial"/>
                <a:cs typeface="Arial"/>
              </a:defRPr>
            </a:lvl5pPr>
            <a:lvl6pPr>
              <a:defRPr sz="1275" b="0">
                <a:solidFill>
                  <a:srgbClr val="466163"/>
                </a:solidFill>
                <a:latin typeface="Arial"/>
                <a:ea typeface="Arial"/>
                <a:cs typeface="Arial"/>
              </a:defRPr>
            </a:lvl6pPr>
            <a:lvl7pPr>
              <a:defRPr sz="1275" b="0">
                <a:solidFill>
                  <a:srgbClr val="466163"/>
                </a:solidFill>
                <a:latin typeface="Arial"/>
                <a:ea typeface="Arial"/>
                <a:cs typeface="Arial"/>
              </a:defRPr>
            </a:lvl7pPr>
            <a:lvl8pPr>
              <a:defRPr sz="1275" b="0">
                <a:solidFill>
                  <a:srgbClr val="466163"/>
                </a:solidFill>
                <a:latin typeface="Arial"/>
                <a:ea typeface="Arial"/>
                <a:cs typeface="Arial"/>
              </a:defRPr>
            </a:lvl8pPr>
            <a:lvl9pPr>
              <a:defRPr sz="1275" b="0">
                <a:solidFill>
                  <a:srgbClr val="466163"/>
                </a:solidFill>
                <a:latin typeface="Arial"/>
                <a:ea typeface="Arial"/>
                <a:cs typeface="Arial"/>
              </a:defRPr>
            </a:lvl9pPr>
          </a:lstStyle>
          <a:p xmlns:a="http://schemas.openxmlformats.org/drawingml/2006/main">
            <a:pPr>
              <a:defRPr sz="1275" b="0">
                <a:solidFill>
                  <a:srgbClr val="466163"/>
                </a:solidFill>
                <a:latin typeface="Arial"/>
                <a:ea typeface="Arial"/>
                <a:cs typeface="Arial"/>
              </a:defRPr>
            </a:pPr>
            <a:r>
              <a:rPr sz="1275" b="0">
                <a:solidFill>
                  <a:srgbClr val="466163"/>
                </a:solidFill>
                <a:latin typeface="Arial"/>
                <a:ea typeface="Arial"/>
                <a:cs typeface="Arial"/>
              </a:rPr>
              <a:t>UI test. Audience preparation was simulated. No subscriber send button was confirmed.</a:t>
            </a:r>
          </a:p>
        </p:txBody>
      </p:sp>
      <p:sp>
        <p:nvSpPr>
          <p:cNvPr id="10" name="text-123">
            <a:extLst xmlns:a="http://schemas.openxmlformats.org/drawingml/2006/main">
              <a:ext uri="{FF2B5EF4-FFF2-40B4-BE49-F238E27FC236}">
                <a16:creationId xmlns:a16="http://schemas.microsoft.com/office/drawing/2014/main" id="{F8033E89-DC3C-48F2-8A49-939D1F8C15C9}"/>
              </a:ext>
            </a:extLst>
          </p:cNvPr>
          <p:cNvSpPr>
            <a:spLocks xmlns:a="http://schemas.openxmlformats.org/drawingml/2006/main" noGrp="1"/>
          </p:cNvSpPr>
          <p:nvPr/>
        </p:nvSpPr>
        <p:spPr>
          <a:xfrm xmlns:a="http://schemas.openxmlformats.org/drawingml/2006/main">
            <a:off x="666750" y="1190625"/>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367577"/>
                </a:solidFill>
                <a:latin typeface="Arial"/>
                <a:ea typeface="Arial"/>
                <a:cs typeface="Arial"/>
              </a:defRPr>
            </a:defPPr>
            <a:lvl1pPr>
              <a:defRPr sz="1650" b="1">
                <a:solidFill>
                  <a:srgbClr val="367577"/>
                </a:solidFill>
                <a:latin typeface="Arial"/>
                <a:ea typeface="Arial"/>
                <a:cs typeface="Arial"/>
              </a:defRPr>
            </a:lvl1pPr>
            <a:lvl2pPr>
              <a:defRPr sz="1650" b="1">
                <a:solidFill>
                  <a:srgbClr val="367577"/>
                </a:solidFill>
                <a:latin typeface="Arial"/>
                <a:ea typeface="Arial"/>
                <a:cs typeface="Arial"/>
              </a:defRPr>
            </a:lvl2pPr>
            <a:lvl3pPr>
              <a:defRPr sz="1650" b="1">
                <a:solidFill>
                  <a:srgbClr val="367577"/>
                </a:solidFill>
                <a:latin typeface="Arial"/>
                <a:ea typeface="Arial"/>
                <a:cs typeface="Arial"/>
              </a:defRPr>
            </a:lvl3pPr>
            <a:lvl4pPr>
              <a:defRPr sz="1650" b="1">
                <a:solidFill>
                  <a:srgbClr val="367577"/>
                </a:solidFill>
                <a:latin typeface="Arial"/>
                <a:ea typeface="Arial"/>
                <a:cs typeface="Arial"/>
              </a:defRPr>
            </a:lvl4pPr>
            <a:lvl5pPr>
              <a:defRPr sz="1650" b="1">
                <a:solidFill>
                  <a:srgbClr val="367577"/>
                </a:solidFill>
                <a:latin typeface="Arial"/>
                <a:ea typeface="Arial"/>
                <a:cs typeface="Arial"/>
              </a:defRPr>
            </a:lvl5pPr>
            <a:lvl6pPr>
              <a:defRPr sz="1650" b="1">
                <a:solidFill>
                  <a:srgbClr val="367577"/>
                </a:solidFill>
                <a:latin typeface="Arial"/>
                <a:ea typeface="Arial"/>
                <a:cs typeface="Arial"/>
              </a:defRPr>
            </a:lvl6pPr>
            <a:lvl7pPr>
              <a:defRPr sz="1650" b="1">
                <a:solidFill>
                  <a:srgbClr val="367577"/>
                </a:solidFill>
                <a:latin typeface="Arial"/>
                <a:ea typeface="Arial"/>
                <a:cs typeface="Arial"/>
              </a:defRPr>
            </a:lvl7pPr>
            <a:lvl8pPr>
              <a:defRPr sz="1650" b="1">
                <a:solidFill>
                  <a:srgbClr val="367577"/>
                </a:solidFill>
                <a:latin typeface="Arial"/>
                <a:ea typeface="Arial"/>
                <a:cs typeface="Arial"/>
              </a:defRPr>
            </a:lvl8pPr>
            <a:lvl9pPr>
              <a:defRPr sz="1650" b="1">
                <a:solidFill>
                  <a:srgbClr val="367577"/>
                </a:solidFill>
                <a:latin typeface="Arial"/>
                <a:ea typeface="Arial"/>
                <a:cs typeface="Arial"/>
              </a:defRPr>
            </a:lvl9pPr>
          </a:lstStyle>
          <a:p xmlns:a="http://schemas.openxmlformats.org/drawingml/2006/main">
            <a:pPr>
              <a:defRPr sz="1650" b="1">
                <a:solidFill>
                  <a:srgbClr val="367577"/>
                </a:solidFill>
                <a:latin typeface="Arial"/>
                <a:ea typeface="Arial"/>
                <a:cs typeface="Arial"/>
              </a:defRPr>
            </a:pPr>
            <a:r>
              <a:rPr sz="1650" u="sng">
                <a:solidFill>
                  <a:srgbClr val="367577"/>
                </a:solidFill>
                <a:latin typeface="Arial"/>
                <a:ea typeface="Arial"/>
                <a:cs typeface="Arial"/>
                <a:hlinkClick xmlns:r="http://schemas.openxmlformats.org/officeDocument/2006/relationships" r:id="R0d9cf251420249ca"/>
              </a:rPr>
              <a:t>Open all step images in the guide</a:t>
            </a:r>
          </a:p>
        </p:txBody>
      </p:sp>
    </p:spTree>
    <p:extLst>
      <p:ext uri="{BB962C8B-B14F-4D97-AF65-F5344CB8AC3E}">
        <p14:creationId xmlns:p14="http://schemas.microsoft.com/office/powerpoint/2010/main" val="1803386745"/>
      </p:ext>
    </p:extLst>
  </p:cSld>
</p:sld>
</file>

<file path=ppt/slides/slide16.xml><?xml version="1.0" encoding="utf-8"?>
<p:sld xmlns:p="http://schemas.openxmlformats.org/presentationml/2006/main" show="0">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11" name="text-124">
            <a:extLst xmlns:a="http://schemas.openxmlformats.org/drawingml/2006/main">
              <a:ext uri="{FF2B5EF4-FFF2-40B4-BE49-F238E27FC236}">
                <a16:creationId xmlns:a16="http://schemas.microsoft.com/office/drawing/2014/main" id="{E0333732-C6E9-4C26-8EAB-8E40872A7833}"/>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Service invoice workflow</a:t>
            </a:r>
          </a:p>
        </p:txBody>
      </p:sp>
      <p:sp>
        <p:nvSpPr>
          <p:cNvPr id="2" name="text-125">
            <a:extLst xmlns:a="http://schemas.openxmlformats.org/drawingml/2006/main">
              <a:ext uri="{FF2B5EF4-FFF2-40B4-BE49-F238E27FC236}">
                <a16:creationId xmlns:a16="http://schemas.microsoft.com/office/drawing/2014/main" id="{033226B2-7DF2-4C71-8A1F-EC943A754DD1}"/>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126">
            <a:extLst xmlns:a="http://schemas.openxmlformats.org/drawingml/2006/main">
              <a:ext uri="{FF2B5EF4-FFF2-40B4-BE49-F238E27FC236}">
                <a16:creationId xmlns:a16="http://schemas.microsoft.com/office/drawing/2014/main" id="{03E70A04-5E82-4DDF-981F-ACBF53AB2734}"/>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16</a:t>
            </a:r>
          </a:p>
        </p:txBody>
      </p:sp>
      <p:pic>
        <p:nvPicPr>
          <p:cNvPr id="4" name="">
            <a:extLst xmlns:a="http://schemas.openxmlformats.org/drawingml/2006/main">
              <a:ext uri="{FF2B5EF4-FFF2-40B4-BE49-F238E27FC236}">
                <a16:creationId xmlns:a16="http://schemas.microsoft.com/office/drawing/2014/main" id="{F50B92C6-7AF0-4284-9C46-A4CBF6E0F2F1}"/>
              </a:ext>
            </a:extLst>
          </p:cNvPr>
          <p:cNvPicPr>
            <a:picLocks xmlns:a="http://schemas.openxmlformats.org/drawingml/2006/main" noChangeAspect="1"/>
          </p:cNvPicPr>
          <p:nvPr/>
        </p:nvPicPr>
        <p:blipFill>
          <a:blip xmlns:r="http://schemas.openxmlformats.org/officeDocument/2006/relationships" xmlns:a="http://schemas.openxmlformats.org/drawingml/2006/main" r:embed="Rff82a9e8f4514473"/>
          <a:stretch xmlns:a="http://schemas.openxmlformats.org/drawingml/2006/main"/>
        </p:blipFill>
        <p:spPr>
          <a:xfrm xmlns:a="http://schemas.openxmlformats.org/drawingml/2006/main">
            <a:off x="1015860" y="1762125"/>
            <a:ext cx="4588155" cy="3381375"/>
          </a:xfrm>
          <a:prstGeom xmlns:a="http://schemas.openxmlformats.org/drawingml/2006/main" prst="rect">
            <a:avLst/>
          </a:prstGeom>
        </p:spPr>
      </p:pic>
      <p:sp>
        <p:nvSpPr>
          <p:cNvPr id="5" name="text-127">
            <a:extLst xmlns:a="http://schemas.openxmlformats.org/drawingml/2006/main">
              <a:ext uri="{FF2B5EF4-FFF2-40B4-BE49-F238E27FC236}">
                <a16:creationId xmlns:a16="http://schemas.microsoft.com/office/drawing/2014/main" id="{CDE0C27E-4CE3-4193-A91D-C50F3497D830}"/>
              </a:ext>
            </a:extLst>
          </p:cNvPr>
          <p:cNvSpPr>
            <a:spLocks xmlns:a="http://schemas.openxmlformats.org/drawingml/2006/main" noGrp="1"/>
          </p:cNvSpPr>
          <p:nvPr/>
        </p:nvSpPr>
        <p:spPr>
          <a:xfrm xmlns:a="http://schemas.openxmlformats.org/drawingml/2006/main">
            <a:off x="666750" y="5286375"/>
            <a:ext cx="528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173D40"/>
                </a:solidFill>
                <a:latin typeface="Arial"/>
                <a:ea typeface="Arial"/>
                <a:cs typeface="Arial"/>
              </a:defRPr>
            </a:defPPr>
            <a:lvl1pPr>
              <a:defRPr sz="1800" b="1">
                <a:solidFill>
                  <a:srgbClr val="173D40"/>
                </a:solidFill>
                <a:latin typeface="Arial"/>
                <a:ea typeface="Arial"/>
                <a:cs typeface="Arial"/>
              </a:defRPr>
            </a:lvl1pPr>
            <a:lvl2pPr>
              <a:defRPr sz="1800" b="1">
                <a:solidFill>
                  <a:srgbClr val="173D40"/>
                </a:solidFill>
                <a:latin typeface="Arial"/>
                <a:ea typeface="Arial"/>
                <a:cs typeface="Arial"/>
              </a:defRPr>
            </a:lvl2pPr>
            <a:lvl3pPr>
              <a:defRPr sz="1800" b="1">
                <a:solidFill>
                  <a:srgbClr val="173D40"/>
                </a:solidFill>
                <a:latin typeface="Arial"/>
                <a:ea typeface="Arial"/>
                <a:cs typeface="Arial"/>
              </a:defRPr>
            </a:lvl3pPr>
            <a:lvl4pPr>
              <a:defRPr sz="1800" b="1">
                <a:solidFill>
                  <a:srgbClr val="173D40"/>
                </a:solidFill>
                <a:latin typeface="Arial"/>
                <a:ea typeface="Arial"/>
                <a:cs typeface="Arial"/>
              </a:defRPr>
            </a:lvl4pPr>
            <a:lvl5pPr>
              <a:defRPr sz="1800" b="1">
                <a:solidFill>
                  <a:srgbClr val="173D40"/>
                </a:solidFill>
                <a:latin typeface="Arial"/>
                <a:ea typeface="Arial"/>
                <a:cs typeface="Arial"/>
              </a:defRPr>
            </a:lvl5pPr>
            <a:lvl6pPr>
              <a:defRPr sz="1800" b="1">
                <a:solidFill>
                  <a:srgbClr val="173D40"/>
                </a:solidFill>
                <a:latin typeface="Arial"/>
                <a:ea typeface="Arial"/>
                <a:cs typeface="Arial"/>
              </a:defRPr>
            </a:lvl6pPr>
            <a:lvl7pPr>
              <a:defRPr sz="1800" b="1">
                <a:solidFill>
                  <a:srgbClr val="173D40"/>
                </a:solidFill>
                <a:latin typeface="Arial"/>
                <a:ea typeface="Arial"/>
                <a:cs typeface="Arial"/>
              </a:defRPr>
            </a:lvl7pPr>
            <a:lvl8pPr>
              <a:defRPr sz="1800" b="1">
                <a:solidFill>
                  <a:srgbClr val="173D40"/>
                </a:solidFill>
                <a:latin typeface="Arial"/>
                <a:ea typeface="Arial"/>
                <a:cs typeface="Arial"/>
              </a:defRPr>
            </a:lvl8pPr>
            <a:lvl9pPr>
              <a:defRPr sz="1800" b="1">
                <a:solidFill>
                  <a:srgbClr val="173D40"/>
                </a:solidFill>
                <a:latin typeface="Arial"/>
                <a:ea typeface="Arial"/>
                <a:cs typeface="Arial"/>
              </a:defRPr>
            </a:lvl9pPr>
          </a:lstStyle>
          <a:p xmlns:a="http://schemas.openxmlformats.org/drawingml/2006/main">
            <a:pPr>
              <a:defRPr sz="1800" b="1">
                <a:solidFill>
                  <a:srgbClr val="173D40"/>
                </a:solidFill>
                <a:latin typeface="Arial"/>
                <a:ea typeface="Arial"/>
                <a:cs typeface="Arial"/>
              </a:defRPr>
            </a:pPr>
            <a:r>
              <a:rPr sz="1800" b="1">
                <a:solidFill>
                  <a:srgbClr val="173D40"/>
                </a:solidFill>
                <a:latin typeface="Arial"/>
                <a:ea typeface="Arial"/>
                <a:cs typeface="Arial"/>
              </a:rPr>
              <a:t>Prepare a service invoice</a:t>
            </a:r>
          </a:p>
        </p:txBody>
      </p:sp>
      <p:sp>
        <p:nvSpPr>
          <p:cNvPr id="6" name="text-128">
            <a:extLst xmlns:a="http://schemas.openxmlformats.org/drawingml/2006/main">
              <a:ext uri="{FF2B5EF4-FFF2-40B4-BE49-F238E27FC236}">
                <a16:creationId xmlns:a16="http://schemas.microsoft.com/office/drawing/2014/main" id="{73685260-5ED3-43E6-99BB-05AC5BADA5ED}"/>
              </a:ext>
            </a:extLst>
          </p:cNvPr>
          <p:cNvSpPr>
            <a:spLocks xmlns:a="http://schemas.openxmlformats.org/drawingml/2006/main" noGrp="1"/>
          </p:cNvSpPr>
          <p:nvPr/>
        </p:nvSpPr>
        <p:spPr>
          <a:xfrm xmlns:a="http://schemas.openxmlformats.org/drawingml/2006/main">
            <a:off x="666750" y="5715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466163"/>
                </a:solidFill>
                <a:latin typeface="Arial"/>
                <a:ea typeface="Arial"/>
                <a:cs typeface="Arial"/>
              </a:defRPr>
            </a:defPPr>
            <a:lvl1pPr>
              <a:defRPr sz="1275" b="0">
                <a:solidFill>
                  <a:srgbClr val="466163"/>
                </a:solidFill>
                <a:latin typeface="Arial"/>
                <a:ea typeface="Arial"/>
                <a:cs typeface="Arial"/>
              </a:defRPr>
            </a:lvl1pPr>
            <a:lvl2pPr>
              <a:defRPr sz="1275" b="0">
                <a:solidFill>
                  <a:srgbClr val="466163"/>
                </a:solidFill>
                <a:latin typeface="Arial"/>
                <a:ea typeface="Arial"/>
                <a:cs typeface="Arial"/>
              </a:defRPr>
            </a:lvl2pPr>
            <a:lvl3pPr>
              <a:defRPr sz="1275" b="0">
                <a:solidFill>
                  <a:srgbClr val="466163"/>
                </a:solidFill>
                <a:latin typeface="Arial"/>
                <a:ea typeface="Arial"/>
                <a:cs typeface="Arial"/>
              </a:defRPr>
            </a:lvl3pPr>
            <a:lvl4pPr>
              <a:defRPr sz="1275" b="0">
                <a:solidFill>
                  <a:srgbClr val="466163"/>
                </a:solidFill>
                <a:latin typeface="Arial"/>
                <a:ea typeface="Arial"/>
                <a:cs typeface="Arial"/>
              </a:defRPr>
            </a:lvl4pPr>
            <a:lvl5pPr>
              <a:defRPr sz="1275" b="0">
                <a:solidFill>
                  <a:srgbClr val="466163"/>
                </a:solidFill>
                <a:latin typeface="Arial"/>
                <a:ea typeface="Arial"/>
                <a:cs typeface="Arial"/>
              </a:defRPr>
            </a:lvl5pPr>
            <a:lvl6pPr>
              <a:defRPr sz="1275" b="0">
                <a:solidFill>
                  <a:srgbClr val="466163"/>
                </a:solidFill>
                <a:latin typeface="Arial"/>
                <a:ea typeface="Arial"/>
                <a:cs typeface="Arial"/>
              </a:defRPr>
            </a:lvl6pPr>
            <a:lvl7pPr>
              <a:defRPr sz="1275" b="0">
                <a:solidFill>
                  <a:srgbClr val="466163"/>
                </a:solidFill>
                <a:latin typeface="Arial"/>
                <a:ea typeface="Arial"/>
                <a:cs typeface="Arial"/>
              </a:defRPr>
            </a:lvl7pPr>
            <a:lvl8pPr>
              <a:defRPr sz="1275" b="0">
                <a:solidFill>
                  <a:srgbClr val="466163"/>
                </a:solidFill>
                <a:latin typeface="Arial"/>
                <a:ea typeface="Arial"/>
                <a:cs typeface="Arial"/>
              </a:defRPr>
            </a:lvl8pPr>
            <a:lvl9pPr>
              <a:defRPr sz="1275" b="0">
                <a:solidFill>
                  <a:srgbClr val="466163"/>
                </a:solidFill>
                <a:latin typeface="Arial"/>
                <a:ea typeface="Arial"/>
                <a:cs typeface="Arial"/>
              </a:defRPr>
            </a:lvl9pPr>
          </a:lstStyle>
          <a:p xmlns:a="http://schemas.openxmlformats.org/drawingml/2006/main">
            <a:pPr>
              <a:defRPr sz="1275" b="0">
                <a:solidFill>
                  <a:srgbClr val="466163"/>
                </a:solidFill>
                <a:latin typeface="Arial"/>
                <a:ea typeface="Arial"/>
                <a:cs typeface="Arial"/>
              </a:defRPr>
            </a:pPr>
            <a:r>
              <a:rPr sz="1275" b="0">
                <a:solidFill>
                  <a:srgbClr val="466163"/>
                </a:solidFill>
                <a:latin typeface="Arial"/>
                <a:ea typeface="Arial"/>
                <a:cs typeface="Arial"/>
              </a:rPr>
              <a:t>Sample data. Current invoice editor with sample details. No Stripe invoice has been created.</a:t>
            </a:r>
          </a:p>
        </p:txBody>
      </p:sp>
      <p:pic>
        <p:nvPicPr>
          <p:cNvPr id="7" name="">
            <a:extLst xmlns:a="http://schemas.openxmlformats.org/drawingml/2006/main">
              <a:ext uri="{FF2B5EF4-FFF2-40B4-BE49-F238E27FC236}">
                <a16:creationId xmlns:a16="http://schemas.microsoft.com/office/drawing/2014/main" id="{AA8BB971-7B0A-42F6-B06D-D15E2CEDA405}"/>
              </a:ext>
            </a:extLst>
          </p:cNvPr>
          <p:cNvPicPr>
            <a:picLocks xmlns:a="http://schemas.openxmlformats.org/drawingml/2006/main" noChangeAspect="1"/>
          </p:cNvPicPr>
          <p:nvPr/>
        </p:nvPicPr>
        <p:blipFill>
          <a:blip xmlns:r="http://schemas.openxmlformats.org/officeDocument/2006/relationships" xmlns:a="http://schemas.openxmlformats.org/drawingml/2006/main" r:embed="R00cba61625b64f19"/>
          <a:stretch xmlns:a="http://schemas.openxmlformats.org/drawingml/2006/main"/>
        </p:blipFill>
        <p:spPr>
          <a:xfrm xmlns:a="http://schemas.openxmlformats.org/drawingml/2006/main">
            <a:off x="7351214" y="1762125"/>
            <a:ext cx="3061698" cy="3381375"/>
          </a:xfrm>
          <a:prstGeom xmlns:a="http://schemas.openxmlformats.org/drawingml/2006/main" prst="rect">
            <a:avLst/>
          </a:prstGeom>
        </p:spPr>
      </p:pic>
      <p:sp>
        <p:nvSpPr>
          <p:cNvPr id="8" name="text-129">
            <a:extLst xmlns:a="http://schemas.openxmlformats.org/drawingml/2006/main">
              <a:ext uri="{FF2B5EF4-FFF2-40B4-BE49-F238E27FC236}">
                <a16:creationId xmlns:a16="http://schemas.microsoft.com/office/drawing/2014/main" id="{B1D55BE1-1378-4814-AB33-4E34C9178213}"/>
              </a:ext>
            </a:extLst>
          </p:cNvPr>
          <p:cNvSpPr>
            <a:spLocks xmlns:a="http://schemas.openxmlformats.org/drawingml/2006/main" noGrp="1"/>
          </p:cNvSpPr>
          <p:nvPr/>
        </p:nvSpPr>
        <p:spPr>
          <a:xfrm xmlns:a="http://schemas.openxmlformats.org/drawingml/2006/main">
            <a:off x="6238875" y="5286375"/>
            <a:ext cx="528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173D40"/>
                </a:solidFill>
                <a:latin typeface="Arial"/>
                <a:ea typeface="Arial"/>
                <a:cs typeface="Arial"/>
              </a:defRPr>
            </a:defPPr>
            <a:lvl1pPr>
              <a:defRPr sz="1800" b="1">
                <a:solidFill>
                  <a:srgbClr val="173D40"/>
                </a:solidFill>
                <a:latin typeface="Arial"/>
                <a:ea typeface="Arial"/>
                <a:cs typeface="Arial"/>
              </a:defRPr>
            </a:lvl1pPr>
            <a:lvl2pPr>
              <a:defRPr sz="1800" b="1">
                <a:solidFill>
                  <a:srgbClr val="173D40"/>
                </a:solidFill>
                <a:latin typeface="Arial"/>
                <a:ea typeface="Arial"/>
                <a:cs typeface="Arial"/>
              </a:defRPr>
            </a:lvl2pPr>
            <a:lvl3pPr>
              <a:defRPr sz="1800" b="1">
                <a:solidFill>
                  <a:srgbClr val="173D40"/>
                </a:solidFill>
                <a:latin typeface="Arial"/>
                <a:ea typeface="Arial"/>
                <a:cs typeface="Arial"/>
              </a:defRPr>
            </a:lvl3pPr>
            <a:lvl4pPr>
              <a:defRPr sz="1800" b="1">
                <a:solidFill>
                  <a:srgbClr val="173D40"/>
                </a:solidFill>
                <a:latin typeface="Arial"/>
                <a:ea typeface="Arial"/>
                <a:cs typeface="Arial"/>
              </a:defRPr>
            </a:lvl4pPr>
            <a:lvl5pPr>
              <a:defRPr sz="1800" b="1">
                <a:solidFill>
                  <a:srgbClr val="173D40"/>
                </a:solidFill>
                <a:latin typeface="Arial"/>
                <a:ea typeface="Arial"/>
                <a:cs typeface="Arial"/>
              </a:defRPr>
            </a:lvl5pPr>
            <a:lvl6pPr>
              <a:defRPr sz="1800" b="1">
                <a:solidFill>
                  <a:srgbClr val="173D40"/>
                </a:solidFill>
                <a:latin typeface="Arial"/>
                <a:ea typeface="Arial"/>
                <a:cs typeface="Arial"/>
              </a:defRPr>
            </a:lvl6pPr>
            <a:lvl7pPr>
              <a:defRPr sz="1800" b="1">
                <a:solidFill>
                  <a:srgbClr val="173D40"/>
                </a:solidFill>
                <a:latin typeface="Arial"/>
                <a:ea typeface="Arial"/>
                <a:cs typeface="Arial"/>
              </a:defRPr>
            </a:lvl7pPr>
            <a:lvl8pPr>
              <a:defRPr sz="1800" b="1">
                <a:solidFill>
                  <a:srgbClr val="173D40"/>
                </a:solidFill>
                <a:latin typeface="Arial"/>
                <a:ea typeface="Arial"/>
                <a:cs typeface="Arial"/>
              </a:defRPr>
            </a:lvl8pPr>
            <a:lvl9pPr>
              <a:defRPr sz="1800" b="1">
                <a:solidFill>
                  <a:srgbClr val="173D40"/>
                </a:solidFill>
                <a:latin typeface="Arial"/>
                <a:ea typeface="Arial"/>
                <a:cs typeface="Arial"/>
              </a:defRPr>
            </a:lvl9pPr>
          </a:lstStyle>
          <a:p xmlns:a="http://schemas.openxmlformats.org/drawingml/2006/main">
            <a:pPr>
              <a:defRPr sz="1800" b="1">
                <a:solidFill>
                  <a:srgbClr val="173D40"/>
                </a:solidFill>
                <a:latin typeface="Arial"/>
                <a:ea typeface="Arial"/>
                <a:cs typeface="Arial"/>
              </a:defRPr>
            </a:pPr>
            <a:r>
              <a:rPr sz="1800" b="1">
                <a:solidFill>
                  <a:srgbClr val="173D40"/>
                </a:solidFill>
                <a:latin typeface="Arial"/>
                <a:ea typeface="Arial"/>
                <a:cs typeface="Arial"/>
              </a:rPr>
              <a:t>Review the invoice and payment controls</a:t>
            </a:r>
          </a:p>
        </p:txBody>
      </p:sp>
      <p:sp>
        <p:nvSpPr>
          <p:cNvPr id="9" name="text-130">
            <a:extLst xmlns:a="http://schemas.openxmlformats.org/drawingml/2006/main">
              <a:ext uri="{FF2B5EF4-FFF2-40B4-BE49-F238E27FC236}">
                <a16:creationId xmlns:a16="http://schemas.microsoft.com/office/drawing/2014/main" id="{5C1A6D89-134E-4C0B-81BF-9A749D78EB78}"/>
              </a:ext>
            </a:extLst>
          </p:cNvPr>
          <p:cNvSpPr>
            <a:spLocks xmlns:a="http://schemas.openxmlformats.org/drawingml/2006/main" noGrp="1"/>
          </p:cNvSpPr>
          <p:nvPr/>
        </p:nvSpPr>
        <p:spPr>
          <a:xfrm xmlns:a="http://schemas.openxmlformats.org/drawingml/2006/main">
            <a:off x="6238875" y="5715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466163"/>
                </a:solidFill>
                <a:latin typeface="Arial"/>
                <a:ea typeface="Arial"/>
                <a:cs typeface="Arial"/>
              </a:defRPr>
            </a:defPPr>
            <a:lvl1pPr>
              <a:defRPr sz="1275" b="0">
                <a:solidFill>
                  <a:srgbClr val="466163"/>
                </a:solidFill>
                <a:latin typeface="Arial"/>
                <a:ea typeface="Arial"/>
                <a:cs typeface="Arial"/>
              </a:defRPr>
            </a:lvl1pPr>
            <a:lvl2pPr>
              <a:defRPr sz="1275" b="0">
                <a:solidFill>
                  <a:srgbClr val="466163"/>
                </a:solidFill>
                <a:latin typeface="Arial"/>
                <a:ea typeface="Arial"/>
                <a:cs typeface="Arial"/>
              </a:defRPr>
            </a:lvl2pPr>
            <a:lvl3pPr>
              <a:defRPr sz="1275" b="0">
                <a:solidFill>
                  <a:srgbClr val="466163"/>
                </a:solidFill>
                <a:latin typeface="Arial"/>
                <a:ea typeface="Arial"/>
                <a:cs typeface="Arial"/>
              </a:defRPr>
            </a:lvl3pPr>
            <a:lvl4pPr>
              <a:defRPr sz="1275" b="0">
                <a:solidFill>
                  <a:srgbClr val="466163"/>
                </a:solidFill>
                <a:latin typeface="Arial"/>
                <a:ea typeface="Arial"/>
                <a:cs typeface="Arial"/>
              </a:defRPr>
            </a:lvl4pPr>
            <a:lvl5pPr>
              <a:defRPr sz="1275" b="0">
                <a:solidFill>
                  <a:srgbClr val="466163"/>
                </a:solidFill>
                <a:latin typeface="Arial"/>
                <a:ea typeface="Arial"/>
                <a:cs typeface="Arial"/>
              </a:defRPr>
            </a:lvl5pPr>
            <a:lvl6pPr>
              <a:defRPr sz="1275" b="0">
                <a:solidFill>
                  <a:srgbClr val="466163"/>
                </a:solidFill>
                <a:latin typeface="Arial"/>
                <a:ea typeface="Arial"/>
                <a:cs typeface="Arial"/>
              </a:defRPr>
            </a:lvl6pPr>
            <a:lvl7pPr>
              <a:defRPr sz="1275" b="0">
                <a:solidFill>
                  <a:srgbClr val="466163"/>
                </a:solidFill>
                <a:latin typeface="Arial"/>
                <a:ea typeface="Arial"/>
                <a:cs typeface="Arial"/>
              </a:defRPr>
            </a:lvl7pPr>
            <a:lvl8pPr>
              <a:defRPr sz="1275" b="0">
                <a:solidFill>
                  <a:srgbClr val="466163"/>
                </a:solidFill>
                <a:latin typeface="Arial"/>
                <a:ea typeface="Arial"/>
                <a:cs typeface="Arial"/>
              </a:defRPr>
            </a:lvl8pPr>
            <a:lvl9pPr>
              <a:defRPr sz="1275" b="0">
                <a:solidFill>
                  <a:srgbClr val="466163"/>
                </a:solidFill>
                <a:latin typeface="Arial"/>
                <a:ea typeface="Arial"/>
                <a:cs typeface="Arial"/>
              </a:defRPr>
            </a:lvl9pPr>
          </a:lstStyle>
          <a:p xmlns:a="http://schemas.openxmlformats.org/drawingml/2006/main">
            <a:pPr>
              <a:defRPr sz="1275" b="0">
                <a:solidFill>
                  <a:srgbClr val="466163"/>
                </a:solidFill>
                <a:latin typeface="Arial"/>
                <a:ea typeface="Arial"/>
                <a:cs typeface="Arial"/>
              </a:defRPr>
            </a:pPr>
            <a:r>
              <a:rPr sz="1275" b="0">
                <a:solidFill>
                  <a:srgbClr val="466163"/>
                </a:solidFill>
                <a:latin typeface="Arial"/>
                <a:ea typeface="Arial"/>
                <a:cs typeface="Arial"/>
              </a:rPr>
              <a:t>UI test. Draft save and issue were simulated. The sample link is not payable. No email or charge occurred.</a:t>
            </a:r>
          </a:p>
        </p:txBody>
      </p:sp>
      <p:sp>
        <p:nvSpPr>
          <p:cNvPr id="10" name="text-131">
            <a:extLst xmlns:a="http://schemas.openxmlformats.org/drawingml/2006/main">
              <a:ext uri="{FF2B5EF4-FFF2-40B4-BE49-F238E27FC236}">
                <a16:creationId xmlns:a16="http://schemas.microsoft.com/office/drawing/2014/main" id="{BCC8F5E9-A4F8-4D58-B1E5-417FAF0F2453}"/>
              </a:ext>
            </a:extLst>
          </p:cNvPr>
          <p:cNvSpPr>
            <a:spLocks xmlns:a="http://schemas.openxmlformats.org/drawingml/2006/main" noGrp="1"/>
          </p:cNvSpPr>
          <p:nvPr/>
        </p:nvSpPr>
        <p:spPr>
          <a:xfrm xmlns:a="http://schemas.openxmlformats.org/drawingml/2006/main">
            <a:off x="666750" y="1190625"/>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367577"/>
                </a:solidFill>
                <a:latin typeface="Arial"/>
                <a:ea typeface="Arial"/>
                <a:cs typeface="Arial"/>
              </a:defRPr>
            </a:defPPr>
            <a:lvl1pPr>
              <a:defRPr sz="1650" b="1">
                <a:solidFill>
                  <a:srgbClr val="367577"/>
                </a:solidFill>
                <a:latin typeface="Arial"/>
                <a:ea typeface="Arial"/>
                <a:cs typeface="Arial"/>
              </a:defRPr>
            </a:lvl1pPr>
            <a:lvl2pPr>
              <a:defRPr sz="1650" b="1">
                <a:solidFill>
                  <a:srgbClr val="367577"/>
                </a:solidFill>
                <a:latin typeface="Arial"/>
                <a:ea typeface="Arial"/>
                <a:cs typeface="Arial"/>
              </a:defRPr>
            </a:lvl2pPr>
            <a:lvl3pPr>
              <a:defRPr sz="1650" b="1">
                <a:solidFill>
                  <a:srgbClr val="367577"/>
                </a:solidFill>
                <a:latin typeface="Arial"/>
                <a:ea typeface="Arial"/>
                <a:cs typeface="Arial"/>
              </a:defRPr>
            </a:lvl3pPr>
            <a:lvl4pPr>
              <a:defRPr sz="1650" b="1">
                <a:solidFill>
                  <a:srgbClr val="367577"/>
                </a:solidFill>
                <a:latin typeface="Arial"/>
                <a:ea typeface="Arial"/>
                <a:cs typeface="Arial"/>
              </a:defRPr>
            </a:lvl4pPr>
            <a:lvl5pPr>
              <a:defRPr sz="1650" b="1">
                <a:solidFill>
                  <a:srgbClr val="367577"/>
                </a:solidFill>
                <a:latin typeface="Arial"/>
                <a:ea typeface="Arial"/>
                <a:cs typeface="Arial"/>
              </a:defRPr>
            </a:lvl5pPr>
            <a:lvl6pPr>
              <a:defRPr sz="1650" b="1">
                <a:solidFill>
                  <a:srgbClr val="367577"/>
                </a:solidFill>
                <a:latin typeface="Arial"/>
                <a:ea typeface="Arial"/>
                <a:cs typeface="Arial"/>
              </a:defRPr>
            </a:lvl6pPr>
            <a:lvl7pPr>
              <a:defRPr sz="1650" b="1">
                <a:solidFill>
                  <a:srgbClr val="367577"/>
                </a:solidFill>
                <a:latin typeface="Arial"/>
                <a:ea typeface="Arial"/>
                <a:cs typeface="Arial"/>
              </a:defRPr>
            </a:lvl7pPr>
            <a:lvl8pPr>
              <a:defRPr sz="1650" b="1">
                <a:solidFill>
                  <a:srgbClr val="367577"/>
                </a:solidFill>
                <a:latin typeface="Arial"/>
                <a:ea typeface="Arial"/>
                <a:cs typeface="Arial"/>
              </a:defRPr>
            </a:lvl8pPr>
            <a:lvl9pPr>
              <a:defRPr sz="1650" b="1">
                <a:solidFill>
                  <a:srgbClr val="367577"/>
                </a:solidFill>
                <a:latin typeface="Arial"/>
                <a:ea typeface="Arial"/>
                <a:cs typeface="Arial"/>
              </a:defRPr>
            </a:lvl9pPr>
          </a:lstStyle>
          <a:p xmlns:a="http://schemas.openxmlformats.org/drawingml/2006/main">
            <a:pPr>
              <a:defRPr sz="1650" b="1">
                <a:solidFill>
                  <a:srgbClr val="367577"/>
                </a:solidFill>
                <a:latin typeface="Arial"/>
                <a:ea typeface="Arial"/>
                <a:cs typeface="Arial"/>
              </a:defRPr>
            </a:pPr>
            <a:r>
              <a:rPr sz="1650" u="sng">
                <a:solidFill>
                  <a:srgbClr val="367577"/>
                </a:solidFill>
                <a:latin typeface="Arial"/>
                <a:ea typeface="Arial"/>
                <a:cs typeface="Arial"/>
                <a:hlinkClick xmlns:r="http://schemas.openxmlformats.org/officeDocument/2006/relationships" r:id="R9cb59a4740534bf9"/>
              </a:rPr>
              <a:t>Open all step images in the guide</a:t>
            </a:r>
          </a:p>
        </p:txBody>
      </p:sp>
    </p:spTree>
    <p:extLst>
      <p:ext uri="{BB962C8B-B14F-4D97-AF65-F5344CB8AC3E}">
        <p14:creationId xmlns:p14="http://schemas.microsoft.com/office/powerpoint/2010/main" val="14856539"/>
      </p:ext>
    </p:extLst>
  </p:cSld>
</p:sld>
</file>

<file path=ppt/slides/slide17.xml><?xml version="1.0" encoding="utf-8"?>
<p:sld xmlns:p="http://schemas.openxmlformats.org/presentationml/2006/main" show="0">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11" name="text-132">
            <a:extLst xmlns:a="http://schemas.openxmlformats.org/drawingml/2006/main">
              <a:ext uri="{FF2B5EF4-FFF2-40B4-BE49-F238E27FC236}">
                <a16:creationId xmlns:a16="http://schemas.microsoft.com/office/drawing/2014/main" id="{8150DF39-0EAE-437B-ADC7-B3A256F39295}"/>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Content and launch review</a:t>
            </a:r>
          </a:p>
        </p:txBody>
      </p:sp>
      <p:sp>
        <p:nvSpPr>
          <p:cNvPr id="2" name="text-133">
            <a:extLst xmlns:a="http://schemas.openxmlformats.org/drawingml/2006/main">
              <a:ext uri="{FF2B5EF4-FFF2-40B4-BE49-F238E27FC236}">
                <a16:creationId xmlns:a16="http://schemas.microsoft.com/office/drawing/2014/main" id="{F8403A13-C179-474A-95F8-A089EEDCAEA0}"/>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134">
            <a:extLst xmlns:a="http://schemas.openxmlformats.org/drawingml/2006/main">
              <a:ext uri="{FF2B5EF4-FFF2-40B4-BE49-F238E27FC236}">
                <a16:creationId xmlns:a16="http://schemas.microsoft.com/office/drawing/2014/main" id="{76966666-8613-4404-B637-B32BECC63B70}"/>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17</a:t>
            </a:r>
          </a:p>
        </p:txBody>
      </p:sp>
      <p:pic>
        <p:nvPicPr>
          <p:cNvPr id="4" name="">
            <a:extLst xmlns:a="http://schemas.openxmlformats.org/drawingml/2006/main">
              <a:ext uri="{FF2B5EF4-FFF2-40B4-BE49-F238E27FC236}">
                <a16:creationId xmlns:a16="http://schemas.microsoft.com/office/drawing/2014/main" id="{514AC86E-7F02-40B2-AB38-21ECF900D9FE}"/>
              </a:ext>
            </a:extLst>
          </p:cNvPr>
          <p:cNvPicPr>
            <a:picLocks xmlns:a="http://schemas.openxmlformats.org/drawingml/2006/main" noChangeAspect="1"/>
          </p:cNvPicPr>
          <p:nvPr/>
        </p:nvPicPr>
        <p:blipFill>
          <a:blip xmlns:r="http://schemas.openxmlformats.org/officeDocument/2006/relationships" xmlns:a="http://schemas.openxmlformats.org/drawingml/2006/main" r:embed="R19aa9fe66a0d4fba"/>
          <a:stretch xmlns:a="http://schemas.openxmlformats.org/drawingml/2006/main"/>
        </p:blipFill>
        <p:spPr>
          <a:xfrm xmlns:a="http://schemas.openxmlformats.org/drawingml/2006/main">
            <a:off x="1010603" y="1762125"/>
            <a:ext cx="4598670" cy="3381375"/>
          </a:xfrm>
          <a:prstGeom xmlns:a="http://schemas.openxmlformats.org/drawingml/2006/main" prst="rect">
            <a:avLst/>
          </a:prstGeom>
        </p:spPr>
      </p:pic>
      <p:sp>
        <p:nvSpPr>
          <p:cNvPr id="5" name="text-135">
            <a:extLst xmlns:a="http://schemas.openxmlformats.org/drawingml/2006/main">
              <a:ext uri="{FF2B5EF4-FFF2-40B4-BE49-F238E27FC236}">
                <a16:creationId xmlns:a16="http://schemas.microsoft.com/office/drawing/2014/main" id="{43C48599-9082-418E-B847-A5A98AA63BBC}"/>
              </a:ext>
            </a:extLst>
          </p:cNvPr>
          <p:cNvSpPr>
            <a:spLocks xmlns:a="http://schemas.openxmlformats.org/drawingml/2006/main" noGrp="1"/>
          </p:cNvSpPr>
          <p:nvPr/>
        </p:nvSpPr>
        <p:spPr>
          <a:xfrm xmlns:a="http://schemas.openxmlformats.org/drawingml/2006/main">
            <a:off x="666750" y="5286375"/>
            <a:ext cx="528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173D40"/>
                </a:solidFill>
                <a:latin typeface="Arial"/>
                <a:ea typeface="Arial"/>
                <a:cs typeface="Arial"/>
              </a:defRPr>
            </a:defPPr>
            <a:lvl1pPr>
              <a:defRPr sz="1800" b="1">
                <a:solidFill>
                  <a:srgbClr val="173D40"/>
                </a:solidFill>
                <a:latin typeface="Arial"/>
                <a:ea typeface="Arial"/>
                <a:cs typeface="Arial"/>
              </a:defRPr>
            </a:lvl1pPr>
            <a:lvl2pPr>
              <a:defRPr sz="1800" b="1">
                <a:solidFill>
                  <a:srgbClr val="173D40"/>
                </a:solidFill>
                <a:latin typeface="Arial"/>
                <a:ea typeface="Arial"/>
                <a:cs typeface="Arial"/>
              </a:defRPr>
            </a:lvl2pPr>
            <a:lvl3pPr>
              <a:defRPr sz="1800" b="1">
                <a:solidFill>
                  <a:srgbClr val="173D40"/>
                </a:solidFill>
                <a:latin typeface="Arial"/>
                <a:ea typeface="Arial"/>
                <a:cs typeface="Arial"/>
              </a:defRPr>
            </a:lvl3pPr>
            <a:lvl4pPr>
              <a:defRPr sz="1800" b="1">
                <a:solidFill>
                  <a:srgbClr val="173D40"/>
                </a:solidFill>
                <a:latin typeface="Arial"/>
                <a:ea typeface="Arial"/>
                <a:cs typeface="Arial"/>
              </a:defRPr>
            </a:lvl4pPr>
            <a:lvl5pPr>
              <a:defRPr sz="1800" b="1">
                <a:solidFill>
                  <a:srgbClr val="173D40"/>
                </a:solidFill>
                <a:latin typeface="Arial"/>
                <a:ea typeface="Arial"/>
                <a:cs typeface="Arial"/>
              </a:defRPr>
            </a:lvl5pPr>
            <a:lvl6pPr>
              <a:defRPr sz="1800" b="1">
                <a:solidFill>
                  <a:srgbClr val="173D40"/>
                </a:solidFill>
                <a:latin typeface="Arial"/>
                <a:ea typeface="Arial"/>
                <a:cs typeface="Arial"/>
              </a:defRPr>
            </a:lvl6pPr>
            <a:lvl7pPr>
              <a:defRPr sz="1800" b="1">
                <a:solidFill>
                  <a:srgbClr val="173D40"/>
                </a:solidFill>
                <a:latin typeface="Arial"/>
                <a:ea typeface="Arial"/>
                <a:cs typeface="Arial"/>
              </a:defRPr>
            </a:lvl7pPr>
            <a:lvl8pPr>
              <a:defRPr sz="1800" b="1">
                <a:solidFill>
                  <a:srgbClr val="173D40"/>
                </a:solidFill>
                <a:latin typeface="Arial"/>
                <a:ea typeface="Arial"/>
                <a:cs typeface="Arial"/>
              </a:defRPr>
            </a:lvl8pPr>
            <a:lvl9pPr>
              <a:defRPr sz="1800" b="1">
                <a:solidFill>
                  <a:srgbClr val="173D40"/>
                </a:solidFill>
                <a:latin typeface="Arial"/>
                <a:ea typeface="Arial"/>
                <a:cs typeface="Arial"/>
              </a:defRPr>
            </a:lvl9pPr>
          </a:lstStyle>
          <a:p xmlns:a="http://schemas.openxmlformats.org/drawingml/2006/main">
            <a:pPr>
              <a:defRPr sz="1800" b="1">
                <a:solidFill>
                  <a:srgbClr val="173D40"/>
                </a:solidFill>
                <a:latin typeface="Arial"/>
                <a:ea typeface="Arial"/>
                <a:cs typeface="Arial"/>
              </a:defRPr>
            </a:pPr>
            <a:r>
              <a:rPr sz="1800" b="1">
                <a:solidFill>
                  <a:srgbClr val="173D40"/>
                </a:solidFill>
                <a:latin typeface="Arial"/>
                <a:ea typeface="Arial"/>
                <a:cs typeface="Arial"/>
              </a:rPr>
              <a:t>Open Contentful</a:t>
            </a:r>
          </a:p>
        </p:txBody>
      </p:sp>
      <p:sp>
        <p:nvSpPr>
          <p:cNvPr id="6" name="text-136">
            <a:extLst xmlns:a="http://schemas.openxmlformats.org/drawingml/2006/main">
              <a:ext uri="{FF2B5EF4-FFF2-40B4-BE49-F238E27FC236}">
                <a16:creationId xmlns:a16="http://schemas.microsoft.com/office/drawing/2014/main" id="{F4B8A046-6399-4A77-BD80-C655CE210541}"/>
              </a:ext>
            </a:extLst>
          </p:cNvPr>
          <p:cNvSpPr>
            <a:spLocks xmlns:a="http://schemas.openxmlformats.org/drawingml/2006/main" noGrp="1"/>
          </p:cNvSpPr>
          <p:nvPr/>
        </p:nvSpPr>
        <p:spPr>
          <a:xfrm xmlns:a="http://schemas.openxmlformats.org/drawingml/2006/main">
            <a:off x="666750" y="5715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466163"/>
                </a:solidFill>
                <a:latin typeface="Arial"/>
                <a:ea typeface="Arial"/>
                <a:cs typeface="Arial"/>
              </a:defRPr>
            </a:defPPr>
            <a:lvl1pPr>
              <a:defRPr sz="1275" b="0">
                <a:solidFill>
                  <a:srgbClr val="466163"/>
                </a:solidFill>
                <a:latin typeface="Arial"/>
                <a:ea typeface="Arial"/>
                <a:cs typeface="Arial"/>
              </a:defRPr>
            </a:lvl1pPr>
            <a:lvl2pPr>
              <a:defRPr sz="1275" b="0">
                <a:solidFill>
                  <a:srgbClr val="466163"/>
                </a:solidFill>
                <a:latin typeface="Arial"/>
                <a:ea typeface="Arial"/>
                <a:cs typeface="Arial"/>
              </a:defRPr>
            </a:lvl2pPr>
            <a:lvl3pPr>
              <a:defRPr sz="1275" b="0">
                <a:solidFill>
                  <a:srgbClr val="466163"/>
                </a:solidFill>
                <a:latin typeface="Arial"/>
                <a:ea typeface="Arial"/>
                <a:cs typeface="Arial"/>
              </a:defRPr>
            </a:lvl3pPr>
            <a:lvl4pPr>
              <a:defRPr sz="1275" b="0">
                <a:solidFill>
                  <a:srgbClr val="466163"/>
                </a:solidFill>
                <a:latin typeface="Arial"/>
                <a:ea typeface="Arial"/>
                <a:cs typeface="Arial"/>
              </a:defRPr>
            </a:lvl4pPr>
            <a:lvl5pPr>
              <a:defRPr sz="1275" b="0">
                <a:solidFill>
                  <a:srgbClr val="466163"/>
                </a:solidFill>
                <a:latin typeface="Arial"/>
                <a:ea typeface="Arial"/>
                <a:cs typeface="Arial"/>
              </a:defRPr>
            </a:lvl5pPr>
            <a:lvl6pPr>
              <a:defRPr sz="1275" b="0">
                <a:solidFill>
                  <a:srgbClr val="466163"/>
                </a:solidFill>
                <a:latin typeface="Arial"/>
                <a:ea typeface="Arial"/>
                <a:cs typeface="Arial"/>
              </a:defRPr>
            </a:lvl6pPr>
            <a:lvl7pPr>
              <a:defRPr sz="1275" b="0">
                <a:solidFill>
                  <a:srgbClr val="466163"/>
                </a:solidFill>
                <a:latin typeface="Arial"/>
                <a:ea typeface="Arial"/>
                <a:cs typeface="Arial"/>
              </a:defRPr>
            </a:lvl7pPr>
            <a:lvl8pPr>
              <a:defRPr sz="1275" b="0">
                <a:solidFill>
                  <a:srgbClr val="466163"/>
                </a:solidFill>
                <a:latin typeface="Arial"/>
                <a:ea typeface="Arial"/>
                <a:cs typeface="Arial"/>
              </a:defRPr>
            </a:lvl8pPr>
            <a:lvl9pPr>
              <a:defRPr sz="1275" b="0">
                <a:solidFill>
                  <a:srgbClr val="466163"/>
                </a:solidFill>
                <a:latin typeface="Arial"/>
                <a:ea typeface="Arial"/>
                <a:cs typeface="Arial"/>
              </a:defRPr>
            </a:lvl9pPr>
          </a:lstStyle>
          <a:p xmlns:a="http://schemas.openxmlformats.org/drawingml/2006/main">
            <a:pPr>
              <a:defRPr sz="1275" b="0">
                <a:solidFill>
                  <a:srgbClr val="466163"/>
                </a:solidFill>
                <a:latin typeface="Arial"/>
                <a:ea typeface="Arial"/>
                <a:cs typeface="Arial"/>
              </a:defRPr>
            </a:pPr>
            <a:r>
              <a:rPr sz="1275" b="0">
                <a:solidFill>
                  <a:srgbClr val="466163"/>
                </a:solidFill>
                <a:latin typeface="Arial"/>
                <a:ea typeface="Arial"/>
                <a:cs typeface="Arial"/>
              </a:rPr>
              <a:t>Live screen. Contentful requires its own account. Entry editing and publishing were not tested in this session.</a:t>
            </a:r>
          </a:p>
        </p:txBody>
      </p:sp>
      <p:pic>
        <p:nvPicPr>
          <p:cNvPr id="7" name="">
            <a:extLst xmlns:a="http://schemas.openxmlformats.org/drawingml/2006/main">
              <a:ext uri="{FF2B5EF4-FFF2-40B4-BE49-F238E27FC236}">
                <a16:creationId xmlns:a16="http://schemas.microsoft.com/office/drawing/2014/main" id="{E151A185-5AF8-4E9F-8D03-506491F2B723}"/>
              </a:ext>
            </a:extLst>
          </p:cNvPr>
          <p:cNvPicPr>
            <a:picLocks xmlns:a="http://schemas.openxmlformats.org/drawingml/2006/main" noChangeAspect="1"/>
          </p:cNvPicPr>
          <p:nvPr/>
        </p:nvPicPr>
        <p:blipFill>
          <a:blip xmlns:r="http://schemas.openxmlformats.org/officeDocument/2006/relationships" xmlns:a="http://schemas.openxmlformats.org/drawingml/2006/main" r:embed="R23a24f828f344bf8"/>
          <a:stretch xmlns:a="http://schemas.openxmlformats.org/drawingml/2006/main"/>
        </p:blipFill>
        <p:spPr>
          <a:xfrm xmlns:a="http://schemas.openxmlformats.org/drawingml/2006/main">
            <a:off x="6582728" y="1762125"/>
            <a:ext cx="4598670" cy="3381375"/>
          </a:xfrm>
          <a:prstGeom xmlns:a="http://schemas.openxmlformats.org/drawingml/2006/main" prst="rect">
            <a:avLst/>
          </a:prstGeom>
        </p:spPr>
      </p:pic>
      <p:sp>
        <p:nvSpPr>
          <p:cNvPr id="8" name="text-137">
            <a:extLst xmlns:a="http://schemas.openxmlformats.org/drawingml/2006/main">
              <a:ext uri="{FF2B5EF4-FFF2-40B4-BE49-F238E27FC236}">
                <a16:creationId xmlns:a16="http://schemas.microsoft.com/office/drawing/2014/main" id="{921A622A-A372-41BF-8B8A-DC2A727B3FE9}"/>
              </a:ext>
            </a:extLst>
          </p:cNvPr>
          <p:cNvSpPr>
            <a:spLocks xmlns:a="http://schemas.openxmlformats.org/drawingml/2006/main" noGrp="1"/>
          </p:cNvSpPr>
          <p:nvPr/>
        </p:nvSpPr>
        <p:spPr>
          <a:xfrm xmlns:a="http://schemas.openxmlformats.org/drawingml/2006/main">
            <a:off x="6238875" y="5286375"/>
            <a:ext cx="528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173D40"/>
                </a:solidFill>
                <a:latin typeface="Arial"/>
                <a:ea typeface="Arial"/>
                <a:cs typeface="Arial"/>
              </a:defRPr>
            </a:defPPr>
            <a:lvl1pPr>
              <a:defRPr sz="1800" b="1">
                <a:solidFill>
                  <a:srgbClr val="173D40"/>
                </a:solidFill>
                <a:latin typeface="Arial"/>
                <a:ea typeface="Arial"/>
                <a:cs typeface="Arial"/>
              </a:defRPr>
            </a:lvl1pPr>
            <a:lvl2pPr>
              <a:defRPr sz="1800" b="1">
                <a:solidFill>
                  <a:srgbClr val="173D40"/>
                </a:solidFill>
                <a:latin typeface="Arial"/>
                <a:ea typeface="Arial"/>
                <a:cs typeface="Arial"/>
              </a:defRPr>
            </a:lvl2pPr>
            <a:lvl3pPr>
              <a:defRPr sz="1800" b="1">
                <a:solidFill>
                  <a:srgbClr val="173D40"/>
                </a:solidFill>
                <a:latin typeface="Arial"/>
                <a:ea typeface="Arial"/>
                <a:cs typeface="Arial"/>
              </a:defRPr>
            </a:lvl3pPr>
            <a:lvl4pPr>
              <a:defRPr sz="1800" b="1">
                <a:solidFill>
                  <a:srgbClr val="173D40"/>
                </a:solidFill>
                <a:latin typeface="Arial"/>
                <a:ea typeface="Arial"/>
                <a:cs typeface="Arial"/>
              </a:defRPr>
            </a:lvl4pPr>
            <a:lvl5pPr>
              <a:defRPr sz="1800" b="1">
                <a:solidFill>
                  <a:srgbClr val="173D40"/>
                </a:solidFill>
                <a:latin typeface="Arial"/>
                <a:ea typeface="Arial"/>
                <a:cs typeface="Arial"/>
              </a:defRPr>
            </a:lvl5pPr>
            <a:lvl6pPr>
              <a:defRPr sz="1800" b="1">
                <a:solidFill>
                  <a:srgbClr val="173D40"/>
                </a:solidFill>
                <a:latin typeface="Arial"/>
                <a:ea typeface="Arial"/>
                <a:cs typeface="Arial"/>
              </a:defRPr>
            </a:lvl6pPr>
            <a:lvl7pPr>
              <a:defRPr sz="1800" b="1">
                <a:solidFill>
                  <a:srgbClr val="173D40"/>
                </a:solidFill>
                <a:latin typeface="Arial"/>
                <a:ea typeface="Arial"/>
                <a:cs typeface="Arial"/>
              </a:defRPr>
            </a:lvl7pPr>
            <a:lvl8pPr>
              <a:defRPr sz="1800" b="1">
                <a:solidFill>
                  <a:srgbClr val="173D40"/>
                </a:solidFill>
                <a:latin typeface="Arial"/>
                <a:ea typeface="Arial"/>
                <a:cs typeface="Arial"/>
              </a:defRPr>
            </a:lvl8pPr>
            <a:lvl9pPr>
              <a:defRPr sz="1800" b="1">
                <a:solidFill>
                  <a:srgbClr val="173D40"/>
                </a:solidFill>
                <a:latin typeface="Arial"/>
                <a:ea typeface="Arial"/>
                <a:cs typeface="Arial"/>
              </a:defRPr>
            </a:lvl9pPr>
          </a:lstStyle>
          <a:p xmlns:a="http://schemas.openxmlformats.org/drawingml/2006/main">
            <a:pPr>
              <a:defRPr sz="1800" b="1">
                <a:solidFill>
                  <a:srgbClr val="173D40"/>
                </a:solidFill>
                <a:latin typeface="Arial"/>
                <a:ea typeface="Arial"/>
                <a:cs typeface="Arial"/>
              </a:defRPr>
            </a:pPr>
            <a:r>
              <a:rPr sz="1800" b="1">
                <a:solidFill>
                  <a:srgbClr val="173D40"/>
                </a:solidFill>
                <a:latin typeface="Arial"/>
                <a:ea typeface="Arial"/>
                <a:cs typeface="Arial"/>
              </a:rPr>
              <a:t>Review the published homepage</a:t>
            </a:r>
          </a:p>
        </p:txBody>
      </p:sp>
      <p:sp>
        <p:nvSpPr>
          <p:cNvPr id="9" name="text-138">
            <a:extLst xmlns:a="http://schemas.openxmlformats.org/drawingml/2006/main">
              <a:ext uri="{FF2B5EF4-FFF2-40B4-BE49-F238E27FC236}">
                <a16:creationId xmlns:a16="http://schemas.microsoft.com/office/drawing/2014/main" id="{BA5CB150-B03E-41EE-9B01-876A28E56A25}"/>
              </a:ext>
            </a:extLst>
          </p:cNvPr>
          <p:cNvSpPr>
            <a:spLocks xmlns:a="http://schemas.openxmlformats.org/drawingml/2006/main" noGrp="1"/>
          </p:cNvSpPr>
          <p:nvPr/>
        </p:nvSpPr>
        <p:spPr>
          <a:xfrm xmlns:a="http://schemas.openxmlformats.org/drawingml/2006/main">
            <a:off x="6238875" y="57150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466163"/>
                </a:solidFill>
                <a:latin typeface="Arial"/>
                <a:ea typeface="Arial"/>
                <a:cs typeface="Arial"/>
              </a:defRPr>
            </a:defPPr>
            <a:lvl1pPr>
              <a:defRPr sz="1275" b="0">
                <a:solidFill>
                  <a:srgbClr val="466163"/>
                </a:solidFill>
                <a:latin typeface="Arial"/>
                <a:ea typeface="Arial"/>
                <a:cs typeface="Arial"/>
              </a:defRPr>
            </a:lvl1pPr>
            <a:lvl2pPr>
              <a:defRPr sz="1275" b="0">
                <a:solidFill>
                  <a:srgbClr val="466163"/>
                </a:solidFill>
                <a:latin typeface="Arial"/>
                <a:ea typeface="Arial"/>
                <a:cs typeface="Arial"/>
              </a:defRPr>
            </a:lvl2pPr>
            <a:lvl3pPr>
              <a:defRPr sz="1275" b="0">
                <a:solidFill>
                  <a:srgbClr val="466163"/>
                </a:solidFill>
                <a:latin typeface="Arial"/>
                <a:ea typeface="Arial"/>
                <a:cs typeface="Arial"/>
              </a:defRPr>
            </a:lvl3pPr>
            <a:lvl4pPr>
              <a:defRPr sz="1275" b="0">
                <a:solidFill>
                  <a:srgbClr val="466163"/>
                </a:solidFill>
                <a:latin typeface="Arial"/>
                <a:ea typeface="Arial"/>
                <a:cs typeface="Arial"/>
              </a:defRPr>
            </a:lvl4pPr>
            <a:lvl5pPr>
              <a:defRPr sz="1275" b="0">
                <a:solidFill>
                  <a:srgbClr val="466163"/>
                </a:solidFill>
                <a:latin typeface="Arial"/>
                <a:ea typeface="Arial"/>
                <a:cs typeface="Arial"/>
              </a:defRPr>
            </a:lvl5pPr>
            <a:lvl6pPr>
              <a:defRPr sz="1275" b="0">
                <a:solidFill>
                  <a:srgbClr val="466163"/>
                </a:solidFill>
                <a:latin typeface="Arial"/>
                <a:ea typeface="Arial"/>
                <a:cs typeface="Arial"/>
              </a:defRPr>
            </a:lvl6pPr>
            <a:lvl7pPr>
              <a:defRPr sz="1275" b="0">
                <a:solidFill>
                  <a:srgbClr val="466163"/>
                </a:solidFill>
                <a:latin typeface="Arial"/>
                <a:ea typeface="Arial"/>
                <a:cs typeface="Arial"/>
              </a:defRPr>
            </a:lvl7pPr>
            <a:lvl8pPr>
              <a:defRPr sz="1275" b="0">
                <a:solidFill>
                  <a:srgbClr val="466163"/>
                </a:solidFill>
                <a:latin typeface="Arial"/>
                <a:ea typeface="Arial"/>
                <a:cs typeface="Arial"/>
              </a:defRPr>
            </a:lvl8pPr>
            <a:lvl9pPr>
              <a:defRPr sz="1275" b="0">
                <a:solidFill>
                  <a:srgbClr val="466163"/>
                </a:solidFill>
                <a:latin typeface="Arial"/>
                <a:ea typeface="Arial"/>
                <a:cs typeface="Arial"/>
              </a:defRPr>
            </a:lvl9pPr>
          </a:lstStyle>
          <a:p xmlns:a="http://schemas.openxmlformats.org/drawingml/2006/main">
            <a:pPr>
              <a:defRPr sz="1275" b="0">
                <a:solidFill>
                  <a:srgbClr val="466163"/>
                </a:solidFill>
                <a:latin typeface="Arial"/>
                <a:ea typeface="Arial"/>
                <a:cs typeface="Arial"/>
              </a:defRPr>
            </a:pPr>
            <a:r>
              <a:rPr sz="1275" b="0">
                <a:solidFill>
                  <a:srgbClr val="466163"/>
                </a:solidFill>
                <a:latin typeface="Arial"/>
                <a:ea typeface="Arial"/>
                <a:cs typeface="Arial"/>
              </a:rPr>
              <a:t>Live screen. Current homepage for content review. No Contentful content was changed.</a:t>
            </a:r>
          </a:p>
        </p:txBody>
      </p:sp>
      <p:sp>
        <p:nvSpPr>
          <p:cNvPr id="10" name="text-139">
            <a:extLst xmlns:a="http://schemas.openxmlformats.org/drawingml/2006/main">
              <a:ext uri="{FF2B5EF4-FFF2-40B4-BE49-F238E27FC236}">
                <a16:creationId xmlns:a16="http://schemas.microsoft.com/office/drawing/2014/main" id="{ED38D053-1C77-4171-A523-74C38E2969AA}"/>
              </a:ext>
            </a:extLst>
          </p:cNvPr>
          <p:cNvSpPr>
            <a:spLocks xmlns:a="http://schemas.openxmlformats.org/drawingml/2006/main" noGrp="1"/>
          </p:cNvSpPr>
          <p:nvPr/>
        </p:nvSpPr>
        <p:spPr>
          <a:xfrm xmlns:a="http://schemas.openxmlformats.org/drawingml/2006/main">
            <a:off x="666750" y="1190625"/>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367577"/>
                </a:solidFill>
                <a:latin typeface="Arial"/>
                <a:ea typeface="Arial"/>
                <a:cs typeface="Arial"/>
              </a:defRPr>
            </a:defPPr>
            <a:lvl1pPr>
              <a:defRPr sz="1650" b="1">
                <a:solidFill>
                  <a:srgbClr val="367577"/>
                </a:solidFill>
                <a:latin typeface="Arial"/>
                <a:ea typeface="Arial"/>
                <a:cs typeface="Arial"/>
              </a:defRPr>
            </a:lvl1pPr>
            <a:lvl2pPr>
              <a:defRPr sz="1650" b="1">
                <a:solidFill>
                  <a:srgbClr val="367577"/>
                </a:solidFill>
                <a:latin typeface="Arial"/>
                <a:ea typeface="Arial"/>
                <a:cs typeface="Arial"/>
              </a:defRPr>
            </a:lvl2pPr>
            <a:lvl3pPr>
              <a:defRPr sz="1650" b="1">
                <a:solidFill>
                  <a:srgbClr val="367577"/>
                </a:solidFill>
                <a:latin typeface="Arial"/>
                <a:ea typeface="Arial"/>
                <a:cs typeface="Arial"/>
              </a:defRPr>
            </a:lvl3pPr>
            <a:lvl4pPr>
              <a:defRPr sz="1650" b="1">
                <a:solidFill>
                  <a:srgbClr val="367577"/>
                </a:solidFill>
                <a:latin typeface="Arial"/>
                <a:ea typeface="Arial"/>
                <a:cs typeface="Arial"/>
              </a:defRPr>
            </a:lvl4pPr>
            <a:lvl5pPr>
              <a:defRPr sz="1650" b="1">
                <a:solidFill>
                  <a:srgbClr val="367577"/>
                </a:solidFill>
                <a:latin typeface="Arial"/>
                <a:ea typeface="Arial"/>
                <a:cs typeface="Arial"/>
              </a:defRPr>
            </a:lvl5pPr>
            <a:lvl6pPr>
              <a:defRPr sz="1650" b="1">
                <a:solidFill>
                  <a:srgbClr val="367577"/>
                </a:solidFill>
                <a:latin typeface="Arial"/>
                <a:ea typeface="Arial"/>
                <a:cs typeface="Arial"/>
              </a:defRPr>
            </a:lvl6pPr>
            <a:lvl7pPr>
              <a:defRPr sz="1650" b="1">
                <a:solidFill>
                  <a:srgbClr val="367577"/>
                </a:solidFill>
                <a:latin typeface="Arial"/>
                <a:ea typeface="Arial"/>
                <a:cs typeface="Arial"/>
              </a:defRPr>
            </a:lvl7pPr>
            <a:lvl8pPr>
              <a:defRPr sz="1650" b="1">
                <a:solidFill>
                  <a:srgbClr val="367577"/>
                </a:solidFill>
                <a:latin typeface="Arial"/>
                <a:ea typeface="Arial"/>
                <a:cs typeface="Arial"/>
              </a:defRPr>
            </a:lvl8pPr>
            <a:lvl9pPr>
              <a:defRPr sz="1650" b="1">
                <a:solidFill>
                  <a:srgbClr val="367577"/>
                </a:solidFill>
                <a:latin typeface="Arial"/>
                <a:ea typeface="Arial"/>
                <a:cs typeface="Arial"/>
              </a:defRPr>
            </a:lvl9pPr>
          </a:lstStyle>
          <a:p xmlns:a="http://schemas.openxmlformats.org/drawingml/2006/main">
            <a:pPr>
              <a:defRPr sz="1650" b="1">
                <a:solidFill>
                  <a:srgbClr val="367577"/>
                </a:solidFill>
                <a:latin typeface="Arial"/>
                <a:ea typeface="Arial"/>
                <a:cs typeface="Arial"/>
              </a:defRPr>
            </a:pPr>
            <a:r>
              <a:rPr sz="1650" u="sng">
                <a:solidFill>
                  <a:srgbClr val="367577"/>
                </a:solidFill>
                <a:latin typeface="Arial"/>
                <a:ea typeface="Arial"/>
                <a:cs typeface="Arial"/>
                <a:hlinkClick xmlns:r="http://schemas.openxmlformats.org/officeDocument/2006/relationships" r:id="R2ee49a88dca14259"/>
              </a:rPr>
              <a:t>Open all step images in the guide</a:t>
            </a:r>
          </a:p>
        </p:txBody>
      </p:sp>
    </p:spTree>
    <p:extLst>
      <p:ext uri="{BB962C8B-B14F-4D97-AF65-F5344CB8AC3E}">
        <p14:creationId xmlns:p14="http://schemas.microsoft.com/office/powerpoint/2010/main" val="494226925"/>
      </p:ext>
    </p:extLst>
  </p:cSld>
</p:sld>
</file>

<file path=ppt/slides/slide18.xml><?xml version="1.0" encoding="utf-8"?>
<p:sld xmlns:p="http://schemas.openxmlformats.org/presentationml/2006/main" show="0">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7" name="text-140">
            <a:extLst xmlns:a="http://schemas.openxmlformats.org/drawingml/2006/main">
              <a:ext uri="{FF2B5EF4-FFF2-40B4-BE49-F238E27FC236}">
                <a16:creationId xmlns:a16="http://schemas.microsoft.com/office/drawing/2014/main" id="{D1182FC4-ABF2-4F95-B83C-EF139AB89D28}"/>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Optional pricing discussion</a:t>
            </a:r>
          </a:p>
        </p:txBody>
      </p:sp>
      <p:sp>
        <p:nvSpPr>
          <p:cNvPr id="2" name="text-141">
            <a:extLst xmlns:a="http://schemas.openxmlformats.org/drawingml/2006/main">
              <a:ext uri="{FF2B5EF4-FFF2-40B4-BE49-F238E27FC236}">
                <a16:creationId xmlns:a16="http://schemas.microsoft.com/office/drawing/2014/main" id="{4D16C55F-2AEB-41DC-A3C9-B633530EEBD8}"/>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142">
            <a:extLst xmlns:a="http://schemas.openxmlformats.org/drawingml/2006/main">
              <a:ext uri="{FF2B5EF4-FFF2-40B4-BE49-F238E27FC236}">
                <a16:creationId xmlns:a16="http://schemas.microsoft.com/office/drawing/2014/main" id="{F4C73BBC-D0A6-4483-BF7D-D28B3C6585DB}"/>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18</a:t>
            </a:r>
          </a:p>
        </p:txBody>
      </p:sp>
      <p:graphicFrame>
        <p:nvGraphicFramePr>
          <p:cNvPr id="4" name="">
            <a:extLst xmlns:a="http://schemas.openxmlformats.org/drawingml/2006/main">
              <a:ext uri="{FF2B5EF4-FFF2-40B4-BE49-F238E27FC236}">
                <a16:creationId xmlns:a16="http://schemas.microsoft.com/office/drawing/2014/main" id="{DB0E0259-9926-41D7-9338-C18731DF9BD3}"/>
              </a:ext>
            </a:extLst>
          </p:cNvPr>
          <p:cNvGraphicFramePr/>
          <p:nvPr/>
        </p:nvGraphicFramePr>
        <p:xfrm>
          <a:off xmlns:a="http://schemas.openxmlformats.org/drawingml/2006/main" x="666750" y="1714500"/>
          <a:ext xmlns:a="http://schemas.openxmlformats.org/drawingml/2006/main" cx="10858500" cy="3333750"/>
        </p:xfrm>
        <a:graphic xmlns:a="http://schemas.openxmlformats.org/drawingml/2006/main">
          <a:graphicData uri="http://schemas.openxmlformats.org/drawingml/2006/table">
            <a:tbl>
              <a:tblPr/>
              <a:tblGrid>
                <a:gridCol w="2762250"/>
                <a:gridCol w="3333750"/>
                <a:gridCol w="4762500"/>
              </a:tblGrid>
              <a:tr h="666750">
                <a:tc>
                  <a:txBody>
                    <a:bodyPr lIns="152400" tIns="152400" rIns="152400" bIns="152400"/>
                    <a:lstStyle/>
                    <a:p>
                      <a:r>
                        <a:rPr sz="1725" b="1">
                          <a:solidFill>
                            <a:srgbClr val="FFFFFF"/>
                          </a:solidFill>
                          <a:latin typeface="Arial"/>
                          <a:ea typeface="Arial"/>
                          <a:cs typeface="Arial"/>
                        </a:rPr>
                        <a:t/>
                      </a:r>
                    </a:p>
                  </a:txBody>
                  <a:tcPr marL="91440" marR="91440" marT="45720" marB="45720" anchor="ctr">
                    <a:lnL w="19050">
                      <a:solidFill>
                        <a:srgbClr val="F3F6F2"/>
                      </a:solidFill>
                      <a:prstDash val="solid"/>
                    </a:lnL>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c>
                  <a:txBody>
                    <a:bodyPr lIns="152400" tIns="152400" rIns="152400" bIns="152400"/>
                    <a:lstStyle/>
                    <a:p>
                      <a:r>
                        <a:rPr sz="1725" b="1">
                          <a:solidFill>
                            <a:srgbClr val="FFFFFF"/>
                          </a:solidFill>
                          <a:latin typeface="Arial"/>
                          <a:ea typeface="Arial"/>
                          <a:cs typeface="Arial"/>
                        </a:rPr>
                        <a:t>Website support</a:t>
                      </a:r>
                    </a:p>
                  </a:txBody>
                  <a:tcPr marL="91440" marR="91440" marT="45720" marB="45720" anchor="ctr">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c>
                  <a:txBody>
                    <a:bodyPr lIns="152400" tIns="152400" rIns="152400" bIns="152400"/>
                    <a:lstStyle/>
                    <a:p>
                      <a:r>
                        <a:rPr sz="1725" b="1">
                          <a:solidFill>
                            <a:srgbClr val="FFFFFF"/>
                          </a:solidFill>
                          <a:latin typeface="Arial"/>
                          <a:ea typeface="Arial"/>
                          <a:cs typeface="Arial"/>
                        </a:rPr>
                        <a:t>Website &amp; content support</a:t>
                      </a:r>
                    </a:p>
                  </a:txBody>
                  <a:tcPr marL="91440" marR="91440" marT="45720" marB="45720" anchor="ctr">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r>
              <a:tr h="666750">
                <a:tc>
                  <a:txBody>
                    <a:bodyPr lIns="152400" tIns="152400" rIns="152400" bIns="152400"/>
                    <a:lstStyle/>
                    <a:p>
                      <a:r>
                        <a:rPr sz="1725" b="0">
                          <a:solidFill>
                            <a:srgbClr val="173D40"/>
                          </a:solidFill>
                          <a:latin typeface="Arial"/>
                          <a:ea typeface="Arial"/>
                          <a:cs typeface="Arial"/>
                        </a:rPr>
                        <a:t>Proposed monthly fee</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725" b="0">
                          <a:solidFill>
                            <a:srgbClr val="173D40"/>
                          </a:solidFill>
                          <a:latin typeface="Arial"/>
                          <a:ea typeface="Arial"/>
                          <a:cs typeface="Arial"/>
                        </a:rPr>
                        <a:t>USD $300</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725" b="0">
                          <a:solidFill>
                            <a:srgbClr val="173D40"/>
                          </a:solidFill>
                          <a:latin typeface="Arial"/>
                          <a:ea typeface="Arial"/>
                          <a:cs typeface="Arial"/>
                        </a:rPr>
                        <a:t>USD $700</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666750">
                <a:tc>
                  <a:txBody>
                    <a:bodyPr lIns="152400" tIns="152400" rIns="152400" bIns="152400"/>
                    <a:lstStyle/>
                    <a:p>
                      <a:r>
                        <a:rPr sz="1725" b="0">
                          <a:solidFill>
                            <a:srgbClr val="173D40"/>
                          </a:solidFill>
                          <a:latin typeface="Arial"/>
                          <a:ea typeface="Arial"/>
                          <a:cs typeface="Arial"/>
                        </a:rPr>
                        <a:t>Focus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725" b="0">
                          <a:solidFill>
                            <a:srgbClr val="173D40"/>
                          </a:solidFill>
                          <a:latin typeface="Arial"/>
                          <a:ea typeface="Arial"/>
                          <a:cs typeface="Arial"/>
                        </a:rPr>
                        <a:t>Technical help and small updates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725" b="0">
                          <a:solidFill>
                            <a:srgbClr val="173D40"/>
                          </a:solidFill>
                          <a:latin typeface="Arial"/>
                          <a:ea typeface="Arial"/>
                          <a:cs typeface="Arial"/>
                        </a:rPr>
                        <a:t>Website care plus regular content preparation</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r h="666750">
                <a:tc>
                  <a:txBody>
                    <a:bodyPr lIns="152400" tIns="152400" rIns="152400" bIns="152400"/>
                    <a:lstStyle/>
                    <a:p>
                      <a:r>
                        <a:rPr sz="1725" b="0">
                          <a:solidFill>
                            <a:srgbClr val="173D40"/>
                          </a:solidFill>
                          <a:latin typeface="Arial"/>
                          <a:ea typeface="Arial"/>
                          <a:cs typeface="Arial"/>
                        </a:rPr>
                        <a:t>Example work</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725" b="0">
                          <a:solidFill>
                            <a:srgbClr val="173D40"/>
                          </a:solidFill>
                          <a:latin typeface="Arial"/>
                          <a:ea typeface="Arial"/>
                          <a:cs typeface="Arial"/>
                        </a:rPr>
                        <a:t>Agreed checks and minor changes</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725" b="0">
                          <a:solidFill>
                            <a:srgbClr val="173D40"/>
                          </a:solidFill>
                          <a:latin typeface="Arial"/>
                          <a:ea typeface="Arial"/>
                          <a:cs typeface="Arial"/>
                        </a:rPr>
                        <a:t>Newsletter, graphics, and content updates</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666750">
                <a:tc>
                  <a:txBody>
                    <a:bodyPr lIns="152400" tIns="152400" rIns="152400" bIns="152400"/>
                    <a:lstStyle/>
                    <a:p>
                      <a:r>
                        <a:rPr sz="1725" b="0">
                          <a:solidFill>
                            <a:srgbClr val="173D40"/>
                          </a:solidFill>
                          <a:latin typeface="Arial"/>
                          <a:ea typeface="Arial"/>
                          <a:cs typeface="Arial"/>
                        </a:rPr>
                        <a:t>Best fit</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725" b="0">
                          <a:solidFill>
                            <a:srgbClr val="173D40"/>
                          </a:solidFill>
                          <a:latin typeface="Arial"/>
                          <a:ea typeface="Arial"/>
                          <a:cs typeface="Arial"/>
                        </a:rPr>
                        <a:t>Amber manages routine content</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725" b="0">
                          <a:solidFill>
                            <a:srgbClr val="173D40"/>
                          </a:solidFill>
                          <a:latin typeface="Arial"/>
                          <a:ea typeface="Arial"/>
                          <a:cs typeface="Arial"/>
                        </a:rPr>
                        <a:t>Amber wants help preparing and publishing content</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bl>
          </a:graphicData>
        </a:graphic>
      </p:graphicFrame>
      <p:sp>
        <p:nvSpPr>
          <p:cNvPr id="5" name="text-143">
            <a:extLst xmlns:a="http://schemas.openxmlformats.org/drawingml/2006/main">
              <a:ext uri="{FF2B5EF4-FFF2-40B4-BE49-F238E27FC236}">
                <a16:creationId xmlns:a16="http://schemas.microsoft.com/office/drawing/2014/main" id="{D5A18AFA-76C7-4AB2-8766-78EB87502A27}"/>
              </a:ext>
            </a:extLst>
          </p:cNvPr>
          <p:cNvSpPr>
            <a:spLocks xmlns:a="http://schemas.openxmlformats.org/drawingml/2006/main" noGrp="1"/>
          </p:cNvSpPr>
          <p:nvPr/>
        </p:nvSpPr>
        <p:spPr>
          <a:xfrm xmlns:a="http://schemas.openxmlformats.org/drawingml/2006/main">
            <a:off x="666750" y="53340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367577"/>
                </a:solidFill>
                <a:latin typeface="Arial"/>
                <a:ea typeface="Arial"/>
                <a:cs typeface="Arial"/>
              </a:defRPr>
            </a:defPPr>
            <a:lvl1pPr>
              <a:defRPr sz="1800" b="1">
                <a:solidFill>
                  <a:srgbClr val="367577"/>
                </a:solidFill>
                <a:latin typeface="Arial"/>
                <a:ea typeface="Arial"/>
                <a:cs typeface="Arial"/>
              </a:defRPr>
            </a:lvl1pPr>
            <a:lvl2pPr>
              <a:defRPr sz="1800" b="1">
                <a:solidFill>
                  <a:srgbClr val="367577"/>
                </a:solidFill>
                <a:latin typeface="Arial"/>
                <a:ea typeface="Arial"/>
                <a:cs typeface="Arial"/>
              </a:defRPr>
            </a:lvl2pPr>
            <a:lvl3pPr>
              <a:defRPr sz="1800" b="1">
                <a:solidFill>
                  <a:srgbClr val="367577"/>
                </a:solidFill>
                <a:latin typeface="Arial"/>
                <a:ea typeface="Arial"/>
                <a:cs typeface="Arial"/>
              </a:defRPr>
            </a:lvl3pPr>
            <a:lvl4pPr>
              <a:defRPr sz="1800" b="1">
                <a:solidFill>
                  <a:srgbClr val="367577"/>
                </a:solidFill>
                <a:latin typeface="Arial"/>
                <a:ea typeface="Arial"/>
                <a:cs typeface="Arial"/>
              </a:defRPr>
            </a:lvl4pPr>
            <a:lvl5pPr>
              <a:defRPr sz="1800" b="1">
                <a:solidFill>
                  <a:srgbClr val="367577"/>
                </a:solidFill>
                <a:latin typeface="Arial"/>
                <a:ea typeface="Arial"/>
                <a:cs typeface="Arial"/>
              </a:defRPr>
            </a:lvl5pPr>
            <a:lvl6pPr>
              <a:defRPr sz="1800" b="1">
                <a:solidFill>
                  <a:srgbClr val="367577"/>
                </a:solidFill>
                <a:latin typeface="Arial"/>
                <a:ea typeface="Arial"/>
                <a:cs typeface="Arial"/>
              </a:defRPr>
            </a:lvl6pPr>
            <a:lvl7pPr>
              <a:defRPr sz="1800" b="1">
                <a:solidFill>
                  <a:srgbClr val="367577"/>
                </a:solidFill>
                <a:latin typeface="Arial"/>
                <a:ea typeface="Arial"/>
                <a:cs typeface="Arial"/>
              </a:defRPr>
            </a:lvl7pPr>
            <a:lvl8pPr>
              <a:defRPr sz="1800" b="1">
                <a:solidFill>
                  <a:srgbClr val="367577"/>
                </a:solidFill>
                <a:latin typeface="Arial"/>
                <a:ea typeface="Arial"/>
                <a:cs typeface="Arial"/>
              </a:defRPr>
            </a:lvl8pPr>
            <a:lvl9pPr>
              <a:defRPr sz="1800" b="1">
                <a:solidFill>
                  <a:srgbClr val="367577"/>
                </a:solidFill>
                <a:latin typeface="Arial"/>
                <a:ea typeface="Arial"/>
                <a:cs typeface="Arial"/>
              </a:defRPr>
            </a:lvl9pPr>
          </a:lstStyle>
          <a:p xmlns:a="http://schemas.openxmlformats.org/drawingml/2006/main">
            <a:pPr>
              <a:defRPr sz="1800" b="1">
                <a:solidFill>
                  <a:srgbClr val="367577"/>
                </a:solidFill>
                <a:latin typeface="Arial"/>
                <a:ea typeface="Arial"/>
                <a:cs typeface="Arial"/>
              </a:defRPr>
            </a:pPr>
            <a:r>
              <a:rPr sz="1800" b="1">
                <a:solidFill>
                  <a:srgbClr val="367577"/>
                </a:solidFill>
                <a:latin typeface="Arial"/>
                <a:ea typeface="Arial"/>
                <a:cs typeface="Arial"/>
              </a:rPr>
              <a:t>Provisional figures. Confirm team costs and scope before a final quote.</a:t>
            </a:r>
          </a:p>
        </p:txBody>
      </p:sp>
      <p:sp>
        <p:nvSpPr>
          <p:cNvPr id="6" name="text-144">
            <a:extLst xmlns:a="http://schemas.openxmlformats.org/drawingml/2006/main">
              <a:ext uri="{FF2B5EF4-FFF2-40B4-BE49-F238E27FC236}">
                <a16:creationId xmlns:a16="http://schemas.microsoft.com/office/drawing/2014/main" id="{D7C1F0F0-43B4-40C2-AE3D-3D85E1BB4B06}"/>
              </a:ext>
            </a:extLst>
          </p:cNvPr>
          <p:cNvSpPr>
            <a:spLocks xmlns:a="http://schemas.openxmlformats.org/drawingml/2006/main" noGrp="1"/>
          </p:cNvSpPr>
          <p:nvPr/>
        </p:nvSpPr>
        <p:spPr>
          <a:xfrm xmlns:a="http://schemas.openxmlformats.org/drawingml/2006/main">
            <a:off x="666750" y="58483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466163"/>
                </a:solidFill>
                <a:latin typeface="Arial"/>
                <a:ea typeface="Arial"/>
                <a:cs typeface="Arial"/>
              </a:defRPr>
            </a:defPPr>
            <a:lvl1pPr>
              <a:defRPr sz="1575" b="0">
                <a:solidFill>
                  <a:srgbClr val="466163"/>
                </a:solidFill>
                <a:latin typeface="Arial"/>
                <a:ea typeface="Arial"/>
                <a:cs typeface="Arial"/>
              </a:defRPr>
            </a:lvl1pPr>
            <a:lvl2pPr>
              <a:defRPr sz="1575" b="0">
                <a:solidFill>
                  <a:srgbClr val="466163"/>
                </a:solidFill>
                <a:latin typeface="Arial"/>
                <a:ea typeface="Arial"/>
                <a:cs typeface="Arial"/>
              </a:defRPr>
            </a:lvl2pPr>
            <a:lvl3pPr>
              <a:defRPr sz="1575" b="0">
                <a:solidFill>
                  <a:srgbClr val="466163"/>
                </a:solidFill>
                <a:latin typeface="Arial"/>
                <a:ea typeface="Arial"/>
                <a:cs typeface="Arial"/>
              </a:defRPr>
            </a:lvl3pPr>
            <a:lvl4pPr>
              <a:defRPr sz="1575" b="0">
                <a:solidFill>
                  <a:srgbClr val="466163"/>
                </a:solidFill>
                <a:latin typeface="Arial"/>
                <a:ea typeface="Arial"/>
                <a:cs typeface="Arial"/>
              </a:defRPr>
            </a:lvl4pPr>
            <a:lvl5pPr>
              <a:defRPr sz="1575" b="0">
                <a:solidFill>
                  <a:srgbClr val="466163"/>
                </a:solidFill>
                <a:latin typeface="Arial"/>
                <a:ea typeface="Arial"/>
                <a:cs typeface="Arial"/>
              </a:defRPr>
            </a:lvl5pPr>
            <a:lvl6pPr>
              <a:defRPr sz="1575" b="0">
                <a:solidFill>
                  <a:srgbClr val="466163"/>
                </a:solidFill>
                <a:latin typeface="Arial"/>
                <a:ea typeface="Arial"/>
                <a:cs typeface="Arial"/>
              </a:defRPr>
            </a:lvl6pPr>
            <a:lvl7pPr>
              <a:defRPr sz="1575" b="0">
                <a:solidFill>
                  <a:srgbClr val="466163"/>
                </a:solidFill>
                <a:latin typeface="Arial"/>
                <a:ea typeface="Arial"/>
                <a:cs typeface="Arial"/>
              </a:defRPr>
            </a:lvl7pPr>
            <a:lvl8pPr>
              <a:defRPr sz="1575" b="0">
                <a:solidFill>
                  <a:srgbClr val="466163"/>
                </a:solidFill>
                <a:latin typeface="Arial"/>
                <a:ea typeface="Arial"/>
                <a:cs typeface="Arial"/>
              </a:defRPr>
            </a:lvl8pPr>
            <a:lvl9pPr>
              <a:defRPr sz="1575" b="0">
                <a:solidFill>
                  <a:srgbClr val="466163"/>
                </a:solidFill>
                <a:latin typeface="Arial"/>
                <a:ea typeface="Arial"/>
                <a:cs typeface="Arial"/>
              </a:defRPr>
            </a:lvl9pPr>
          </a:lstStyle>
          <a:p xmlns:a="http://schemas.openxmlformats.org/drawingml/2006/main">
            <a:pPr>
              <a:defRPr sz="1575" b="0">
                <a:solidFill>
                  <a:srgbClr val="466163"/>
                </a:solidFill>
                <a:latin typeface="Arial"/>
                <a:ea typeface="Arial"/>
                <a:cs typeface="Arial"/>
              </a:defRPr>
            </a:pPr>
            <a:r>
              <a:rPr sz="1575" b="0">
                <a:solidFill>
                  <a:srgbClr val="466163"/>
                </a:solidFill>
                <a:latin typeface="Arial"/>
                <a:ea typeface="Arial"/>
                <a:cs typeface="Arial"/>
              </a:rPr>
              <a:t>The separate proposal defines scope, revisions, capacity, and trial terms.</a:t>
            </a:r>
          </a:p>
          <a:p xmlns:a="http://schemas.openxmlformats.org/drawingml/2006/main">
            <a:pPr>
              <a:defRPr sz="1575" b="0">
                <a:solidFill>
                  <a:srgbClr val="466163"/>
                </a:solidFill>
                <a:latin typeface="Arial"/>
                <a:ea typeface="Arial"/>
                <a:cs typeface="Arial"/>
              </a:defRPr>
            </a:pPr>
            <a:r>
              <a:rPr sz="1575" b="0">
                <a:solidFill>
                  <a:srgbClr val="466163"/>
                </a:solidFill>
                <a:latin typeface="Arial"/>
                <a:ea typeface="Arial"/>
                <a:cs typeface="Arial"/>
              </a:rPr>
              <a:t>Example quantities need a team estimate. Provider fees are separate.</a:t>
            </a:r>
          </a:p>
        </p:txBody>
      </p:sp>
    </p:spTree>
    <p:extLst>
      <p:ext uri="{BB962C8B-B14F-4D97-AF65-F5344CB8AC3E}">
        <p14:creationId xmlns:p14="http://schemas.microsoft.com/office/powerpoint/2010/main" val="17478696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2026-10-29T22:11:29.8010000Z</dcterms:created>
  <dcterms:modified xsi:type="dcterms:W3CDTF">2026-10-29T22:11:29.8010000Z</dcterms:modified>
</coreProperties>
</file>