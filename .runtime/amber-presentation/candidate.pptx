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a7081117f7437e" /><Relationship Type="http://schemas.openxmlformats.org/officeDocument/2006/relationships/extended-properties" Target="/docProps/app.xml" Id="Re1c4f2a9dc244f58" /><Relationship Type="http://schemas.openxmlformats.org/officeDocument/2006/relationships/officeDocument" Target="/ppt/presentation.xml" Id="R2e49b93cce194719" /></Relationships>
</file>

<file path=ppt/presentation.xml><?xml version="1.0" encoding="utf-8"?>
<p:presentation xmlns:p="http://schemas.openxmlformats.org/presentationml/2006/main">
  <p:sldMasterIdLst>
    <p:sldMasterId xmlns:r="http://schemas.openxmlformats.org/officeDocument/2006/relationships" id="2147483648" r:id="R173147aa3f774d9d"/>
  </p:sldMasterIdLst>
  <p:notesMasterIdLst>
    <p:notesMasterId xmlns:r="http://schemas.openxmlformats.org/officeDocument/2006/relationships" r:id="R34697af11e074860"/>
  </p:notesMasterIdLst>
  <p:sldIdLst>
    <p:sldId xmlns:r="http://schemas.openxmlformats.org/officeDocument/2006/relationships" id="256" r:id="R5ce4b31237f1488f"/>
    <p:sldId xmlns:r="http://schemas.openxmlformats.org/officeDocument/2006/relationships" id="257" r:id="Rda54d59dfb894885"/>
    <p:sldId xmlns:r="http://schemas.openxmlformats.org/officeDocument/2006/relationships" id="258" r:id="R87c377bfc7dd4fd1"/>
    <p:sldId xmlns:r="http://schemas.openxmlformats.org/officeDocument/2006/relationships" id="259" r:id="Rfef6041e4c754149"/>
    <p:sldId xmlns:r="http://schemas.openxmlformats.org/officeDocument/2006/relationships" id="260" r:id="R381f7e6d3ade4d42"/>
    <p:sldId xmlns:r="http://schemas.openxmlformats.org/officeDocument/2006/relationships" id="261" r:id="Rcc52d9abc4f54c0e"/>
    <p:sldId xmlns:r="http://schemas.openxmlformats.org/officeDocument/2006/relationships" id="262" r:id="Rba443143e1e24d0a"/>
    <p:sldId xmlns:r="http://schemas.openxmlformats.org/officeDocument/2006/relationships" id="263" r:id="R95a2817228cd4019"/>
    <p:sldId xmlns:r="http://schemas.openxmlformats.org/officeDocument/2006/relationships" id="264" r:id="Rb1d862d87edb45cb"/>
    <p:sldId xmlns:r="http://schemas.openxmlformats.org/officeDocument/2006/relationships" id="265" r:id="R9c2c242b17cb466d"/>
    <p:sldId xmlns:r="http://schemas.openxmlformats.org/officeDocument/2006/relationships" id="266" r:id="Re2081c2b08f14f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cee8e09b3d464b" /><Relationship Type="http://schemas.openxmlformats.org/officeDocument/2006/relationships/slideMaster" Target="/ppt/slideMasters/slideMaster1.xml" Id="R173147aa3f774d9d" /><Relationship Type="http://schemas.openxmlformats.org/officeDocument/2006/relationships/notesMaster" Target="/ppt/notesMasters/notesMaster1.xml" Id="R34697af11e074860" /><Relationship Type="http://schemas.openxmlformats.org/officeDocument/2006/relationships/presProps" Target="/ppt/presProps.xml" Id="R069a000977944a25" /><Relationship Type="http://schemas.openxmlformats.org/officeDocument/2006/relationships/tableStyles" Target="/ppt/tableStyles.xml" Id="Rc11fb354bf714599" /><Relationship Type="http://schemas.openxmlformats.org/officeDocument/2006/relationships/slide" Target="/ppt/slides/slide1.xml" Id="R5ce4b31237f1488f" /><Relationship Type="http://schemas.openxmlformats.org/officeDocument/2006/relationships/slide" Target="/ppt/slides/slide2.xml" Id="Rda54d59dfb894885" /><Relationship Type="http://schemas.openxmlformats.org/officeDocument/2006/relationships/slide" Target="/ppt/slides/slide3.xml" Id="R87c377bfc7dd4fd1" /><Relationship Type="http://schemas.openxmlformats.org/officeDocument/2006/relationships/slide" Target="/ppt/slides/slide4.xml" Id="Rfef6041e4c754149" /><Relationship Type="http://schemas.openxmlformats.org/officeDocument/2006/relationships/slide" Target="/ppt/slides/slide5.xml" Id="R381f7e6d3ade4d42" /><Relationship Type="http://schemas.openxmlformats.org/officeDocument/2006/relationships/slide" Target="/ppt/slides/slide6.xml" Id="Rcc52d9abc4f54c0e" /><Relationship Type="http://schemas.openxmlformats.org/officeDocument/2006/relationships/slide" Target="/ppt/slides/slide7.xml" Id="Rba443143e1e24d0a" /><Relationship Type="http://schemas.openxmlformats.org/officeDocument/2006/relationships/slide" Target="/ppt/slides/slide8.xml" Id="R95a2817228cd4019" /><Relationship Type="http://schemas.openxmlformats.org/officeDocument/2006/relationships/slide" Target="/ppt/slides/slide9.xml" Id="Rb1d862d87edb45cb" /><Relationship Type="http://schemas.openxmlformats.org/officeDocument/2006/relationships/slide" Target="/ppt/slides/slide10.xml" Id="R9c2c242b17cb466d" /><Relationship Type="http://schemas.openxmlformats.org/officeDocument/2006/relationships/slide" Target="/ppt/slides/slide11.xml" Id="Re2081c2b08f14f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17a3ecc40e4c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5b65a5aede4ab1" /><Relationship Type="http://schemas.openxmlformats.org/officeDocument/2006/relationships/notesMaster" Target="/ppt/notesMasters/notesMaster1.xml" Id="R5e3c2b7ad27e45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58a7f2bf3c4c0d" /><Relationship Type="http://schemas.openxmlformats.org/officeDocument/2006/relationships/notesMaster" Target="/ppt/notesMasters/notesMaster1.xml" Id="R4404acf6773345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9f7587613a4033" /><Relationship Type="http://schemas.openxmlformats.org/officeDocument/2006/relationships/notesMaster" Target="/ppt/notesMasters/notesMaster1.xml" Id="R843cee7c75df48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c2fbf4bfb24678" /><Relationship Type="http://schemas.openxmlformats.org/officeDocument/2006/relationships/notesMaster" Target="/ppt/notesMasters/notesMaster1.xml" Id="R4a00b1eb136140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9b326f44a848d1" /><Relationship Type="http://schemas.openxmlformats.org/officeDocument/2006/relationships/notesMaster" Target="/ppt/notesMasters/notesMaster1.xml" Id="R6e5555b5d1814a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0c31e29946495f" /><Relationship Type="http://schemas.openxmlformats.org/officeDocument/2006/relationships/notesMaster" Target="/ppt/notesMasters/notesMaster1.xml" Id="Ra32400e0aef943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b38f98ac5e4f73" /><Relationship Type="http://schemas.openxmlformats.org/officeDocument/2006/relationships/notesMaster" Target="/ppt/notesMasters/notesMaster1.xml" Id="R4e45480ce50e4a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1e1172324f4069" /><Relationship Type="http://schemas.openxmlformats.org/officeDocument/2006/relationships/notesMaster" Target="/ppt/notesMasters/notesMaster1.xml" Id="R02a1083154084b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874016a75b4f63" /><Relationship Type="http://schemas.openxmlformats.org/officeDocument/2006/relationships/notesMaster" Target="/ppt/notesMasters/notesMaster1.xml" Id="R3d5abe42393348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9476087e464efa" /><Relationship Type="http://schemas.openxmlformats.org/officeDocument/2006/relationships/notesMaster" Target="/ppt/notesMasters/notesMaster1.xml" Id="Rf5d429a376e549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b943516bc146d1" /><Relationship Type="http://schemas.openxmlformats.org/officeDocument/2006/relationships/notesMaster" Target="/ppt/notesMasters/notesMaster1.xml" Id="Rc539872be7684a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purpose: review what Amber can use on the website, understand which recurring tasks take her time, and discuss optional help. Ask what she would most like the website to support this season. Source image: existing WaistLess Foods portrait, public/amber.jpg. No claim of measured time savings or sales growth is being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customer and owner sides together. These capabilities are implemented, but this is not launch sign-off. The September 9 website update identified final booking and payment checks, content review, and approval to remove the preview restriction as remaining launch steps. Source: client website update dated September 9, 2026 and https://www.waistlessfoods.com/admin/walkthrough.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guide and sign in with the existing admin password. Never display credentials on the slide or share the environment file. Walk through the customer pages, paid recipe preview, newsletter workflow, and the admin tools Amber wants to use. Return to the presentation after the demo. Customer pages may require the separate preview password or customer account sign-in. Screenshot source: live read-only capture of https://www.waistlessfoods.com/admin/walkthrough on October 29,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of these tasks Amber currently does, how often they occur, and what she wants to retain. Treat the benefits as intended outcomes to test during a trial, not established results. Amber previously requested ownership of newsletters, so the team can prepare and format content while she keeps editorial and sending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Zul remains the client contact and is accountable for assigning tasks and reviewing output. Confirm staffing and capacity in the written scope before promising coverage. Designers and assistants work on agreed tasks with appropriate access. Amber supplies or approves content and retains authority over customer prices, booking commitments, and newsletter sends. This is proposed part-time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example workflow, not a guaranteed monthly quantity. Amber provides the message and approved content. The team estimates the work against the monthly allowance before starting. Sending a newsletter and publishing it to the archive are separate actions. Do not publish or send without Amber’s approval. Source for existing newsletter functionality: https://www.waistlessfoods.com/admin/walkthrough#newsletters.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Amber has one request list and one point of contact. We estimate and prioritize tasks, then confirm delivery dates. Revisions, meetings, and coordination consume the agreed capacity. Extra work requires approval. Confirm response windows and business days in the final agreement rather than promising same-day availability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discussion figures, not an accepted agreement or confirmed final quotation. Website Support follows the earlier $300 five-hour concept. The combined option is an illustrative $650–750 range from our planning conversation. Confirm delivery costs and staffing before issuing a final written quote. The combined allowance is fifteen total hours: five technical, eight design/admin, and two coordination/review. Do not promise fifteen production hours plus additional management.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trial begins after the current project closeout is agreed. Record a baseline for recurring tasks in month one. Use completed tasks, time required, revision effort, and Amber’s feedback to judge usefulness. Do not promise sales growth or a fixed number of hours saved. At the end of month three, review whether to continue, resize, or end under the agreed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completion of the agreed existing project from optional future service. Remaining original-scope obligations are not charged again through a retainer. Confirm final consultation booking and Meet delivery, payment flow, content review, and preview restriction approval. Larger new features need their own estimate. Sources: client website update dated September 9, 2026 and https://www.waistlessfoods.com/admin/walkthrough#content.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Amber to identify the two tasks she would most like help with. Ask what monthly level of support would be comfortable. Agree whether she wants a short written scope for website support or the broader team option. Confirm any remaining launch items separately. Do not treat discussion of the options as acceptance. Source background image: existing WaistLess Foods homepage image, public/hero.png.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29d276564a46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ffb084f6d64c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9b2133df6e4b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b4264222784a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8d084d3b6e428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72ca5142bf4c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67C034-8107-4FAB-870D-E175646128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408FD8-C942-4F91-A06B-F74FDAA21AF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E3BAFE-E68F-4BB2-840F-0E39A3F2F8D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EEA48C-AD6A-442E-A4F5-BE439B05E5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19D978A-62B2-4527-9598-4B35593B719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F4B677E-FA04-4CBA-B7B8-56AAB6D96F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F88B62-97F0-488C-816D-3AEBE44F05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BA6AE28-8F91-42EE-A685-174BA520D0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E0E87C-DBA6-40E8-AFE4-0A8D9881BA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65FCDC-D6DE-45DB-9C92-3897275740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0568d4d64c40b4" /><Relationship Type="http://schemas.openxmlformats.org/officeDocument/2006/relationships/slideLayout" Target="/ppt/slideLayouts/slideLayout1.xml" Id="R111f0e1150f44c23" /><Relationship Type="http://schemas.openxmlformats.org/officeDocument/2006/relationships/slideLayout" Target="/ppt/slideLayouts/slideLayout2.xml" Id="R330f3649fad045ae" /><Relationship Type="http://schemas.openxmlformats.org/officeDocument/2006/relationships/slideLayout" Target="/ppt/slideLayouts/slideLayout3.xml" Id="R5ddb9fc46b794c15" /><Relationship Type="http://schemas.openxmlformats.org/officeDocument/2006/relationships/slideLayout" Target="/ppt/slideLayouts/slideLayout4.xml" Id="R6814f43425c64926" /><Relationship Type="http://schemas.openxmlformats.org/officeDocument/2006/relationships/slideLayout" Target="/ppt/slideLayouts/slideLayout5.xml" Id="Rdb55358560454995" /><Relationship Type="http://schemas.openxmlformats.org/officeDocument/2006/relationships/slideLayout" Target="/ppt/slideLayouts/slideLayout6.xml" Id="R6deb16e80fec43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1f0e1150f44c23"/>
    <p:sldLayoutId xmlns:r="http://schemas.openxmlformats.org/officeDocument/2006/relationships" id="2147483650" r:id="R330f3649fad045ae"/>
    <p:sldLayoutId xmlns:r="http://schemas.openxmlformats.org/officeDocument/2006/relationships" id="2147483651" r:id="R5ddb9fc46b794c15"/>
    <p:sldLayoutId xmlns:r="http://schemas.openxmlformats.org/officeDocument/2006/relationships" id="2147483652" r:id="R6814f43425c64926"/>
    <p:sldLayoutId xmlns:r="http://schemas.openxmlformats.org/officeDocument/2006/relationships" id="2147483653" r:id="Rdb55358560454995"/>
    <p:sldLayoutId xmlns:r="http://schemas.openxmlformats.org/officeDocument/2006/relationships" id="2147483654" r:id="R6deb16e80fec43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f1d3f18af8400a" /><Relationship Type="http://schemas.openxmlformats.org/officeDocument/2006/relationships/image" Target="/ppt/media/image.jpeg" Id="Rb7d0d63938f6429c" /><Relationship Type="http://schemas.openxmlformats.org/officeDocument/2006/relationships/notesSlide" Target="/ppt/notesSlides/notesSlide1.xml" Id="Rd96282793ebb43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e2fc5ac7e04069" /><Relationship Type="http://schemas.openxmlformats.org/officeDocument/2006/relationships/notesSlide" Target="/ppt/notesSlides/notesSlide2.xml" Id="Ra1065106a0374e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5c3cc42b644993" /><Relationship Type="http://schemas.openxmlformats.org/officeDocument/2006/relationships/hyperlink" Target="https://www.waistlessfoods.com/admin/walkthrough#website-tour" TargetMode="External" Id="R67ed4926c2cb4c37" /><Relationship Type="http://schemas.openxmlformats.org/officeDocument/2006/relationships/image" Target="/ppt/media/image.png" Id="Re316f101e01b4e87" /><Relationship Type="http://schemas.openxmlformats.org/officeDocument/2006/relationships/notesSlide" Target="/ppt/notesSlides/notesSlide3.xml" Id="R05b9ff9151b14a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74f8cce435470b" /><Relationship Type="http://schemas.openxmlformats.org/officeDocument/2006/relationships/notesSlide" Target="/ppt/notesSlides/notesSlide4.xml" Id="R56a3df9337834eb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3a7f3197fec4da1" /><Relationship Type="http://schemas.openxmlformats.org/officeDocument/2006/relationships/notesSlide" Target="/ppt/notesSlides/notesSlide5.xml" Id="R913d161bfee247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10f68002a44877" /><Relationship Type="http://schemas.openxmlformats.org/officeDocument/2006/relationships/notesSlide" Target="/ppt/notesSlides/notesSlide6.xml" Id="Rdd8dfc81e08c4b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24b3789a654c26" /><Relationship Type="http://schemas.openxmlformats.org/officeDocument/2006/relationships/notesSlide" Target="/ppt/notesSlides/notesSlide7.xml" Id="R270bc88a3d1345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af99a555de2428c" /><Relationship Type="http://schemas.openxmlformats.org/officeDocument/2006/relationships/notesSlide" Target="/ppt/notesSlides/notesSlide8.xml" Id="Rc36ca8f35f114f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692a1d2e9b4843" /><Relationship Type="http://schemas.openxmlformats.org/officeDocument/2006/relationships/notesSlide" Target="/ppt/notesSlides/notesSlide9.xml" Id="Rc04ee58e1a364f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517ff26df78451f" /><Relationship Type="http://schemas.openxmlformats.org/officeDocument/2006/relationships/notesSlide" Target="/ppt/notesSlides/notesSlide10.xml" Id="R9918319cf69a4e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e6ade66e7604b75" /><Relationship Type="http://schemas.openxmlformats.org/officeDocument/2006/relationships/image" Target="/ppt/media/image2.png" Id="Rdb6af6f2305e42fb" /><Relationship Type="http://schemas.openxmlformats.org/officeDocument/2006/relationships/hyperlink" Target="https://www.waistlessfoods.com/admin/walkthrough#website-tour" TargetMode="External" Id="Rf94a39b591c64c25" /><Relationship Type="http://schemas.openxmlformats.org/officeDocument/2006/relationships/notesSlide" Target="/ppt/notesSlides/notesSlide11.xml" Id="R77a00f9c4a7546d8" /></Relationships>
</file>

<file path=ppt/slides/slide1.xml><?xml version="1.0" encoding="utf-8"?>
<p:sld xmlns:p="http://schemas.openxmlformats.org/presentationml/2006/main">
  <p:cSld>
    <p:bg>
      <p:bgPr>
        <a:solidFill xmlns:a="http://schemas.openxmlformats.org/drawingml/2006/main">
          <a:srgbClr val="173D40"/>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186445-21E9-4A60-BDF0-84E4365CD329}"/>
              </a:ext>
            </a:extLst>
          </p:cNvPr>
          <p:cNvPicPr>
            <a:picLocks xmlns:a="http://schemas.openxmlformats.org/drawingml/2006/main" noChangeAspect="1"/>
          </p:cNvPicPr>
          <p:nvPr/>
        </p:nvPicPr>
        <p:blipFill>
          <a:blip xmlns:r="http://schemas.openxmlformats.org/officeDocument/2006/relationships" xmlns:a="http://schemas.openxmlformats.org/drawingml/2006/main" r:embed="Rb7d0d63938f6429c"/>
          <a:srcRect xmlns:a="http://schemas.openxmlformats.org/drawingml/2006/main" l="15675" t="0" r="15675"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5F10D3D-2F3F-4CF0-8867-27FDBD2CEC4D}"/>
              </a:ext>
            </a:extLst>
          </p:cNvPr>
          <p:cNvSpPr>
            <a:spLocks xmlns:a="http://schemas.openxmlformats.org/drawingml/2006/main" noGrp="1"/>
          </p:cNvSpPr>
          <p:nvPr/>
        </p:nvSpPr>
        <p:spPr>
          <a:xfrm xmlns:a="http://schemas.openxmlformats.org/drawingml/2006/main">
            <a:off x="666750" y="6667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B6DCDA"/>
                </a:solidFill>
                <a:latin typeface="Arial"/>
                <a:ea typeface="Arial"/>
                <a:cs typeface="Arial"/>
              </a:defRPr>
            </a:defPPr>
            <a:lvl1pPr>
              <a:defRPr sz="1800" b="1">
                <a:solidFill>
                  <a:srgbClr val="B6DCDA"/>
                </a:solidFill>
                <a:latin typeface="Arial"/>
                <a:ea typeface="Arial"/>
                <a:cs typeface="Arial"/>
              </a:defRPr>
            </a:lvl1pPr>
            <a:lvl2pPr>
              <a:defRPr sz="1800" b="1">
                <a:solidFill>
                  <a:srgbClr val="B6DCDA"/>
                </a:solidFill>
                <a:latin typeface="Arial"/>
                <a:ea typeface="Arial"/>
                <a:cs typeface="Arial"/>
              </a:defRPr>
            </a:lvl2pPr>
            <a:lvl3pPr>
              <a:defRPr sz="1800" b="1">
                <a:solidFill>
                  <a:srgbClr val="B6DCDA"/>
                </a:solidFill>
                <a:latin typeface="Arial"/>
                <a:ea typeface="Arial"/>
                <a:cs typeface="Arial"/>
              </a:defRPr>
            </a:lvl3pPr>
            <a:lvl4pPr>
              <a:defRPr sz="1800" b="1">
                <a:solidFill>
                  <a:srgbClr val="B6DCDA"/>
                </a:solidFill>
                <a:latin typeface="Arial"/>
                <a:ea typeface="Arial"/>
                <a:cs typeface="Arial"/>
              </a:defRPr>
            </a:lvl4pPr>
            <a:lvl5pPr>
              <a:defRPr sz="1800" b="1">
                <a:solidFill>
                  <a:srgbClr val="B6DCDA"/>
                </a:solidFill>
                <a:latin typeface="Arial"/>
                <a:ea typeface="Arial"/>
                <a:cs typeface="Arial"/>
              </a:defRPr>
            </a:lvl5pPr>
            <a:lvl6pPr>
              <a:defRPr sz="1800" b="1">
                <a:solidFill>
                  <a:srgbClr val="B6DCDA"/>
                </a:solidFill>
                <a:latin typeface="Arial"/>
                <a:ea typeface="Arial"/>
                <a:cs typeface="Arial"/>
              </a:defRPr>
            </a:lvl6pPr>
            <a:lvl7pPr>
              <a:defRPr sz="1800" b="1">
                <a:solidFill>
                  <a:srgbClr val="B6DCDA"/>
                </a:solidFill>
                <a:latin typeface="Arial"/>
                <a:ea typeface="Arial"/>
                <a:cs typeface="Arial"/>
              </a:defRPr>
            </a:lvl7pPr>
            <a:lvl8pPr>
              <a:defRPr sz="1800" b="1">
                <a:solidFill>
                  <a:srgbClr val="B6DCDA"/>
                </a:solidFill>
                <a:latin typeface="Arial"/>
                <a:ea typeface="Arial"/>
                <a:cs typeface="Arial"/>
              </a:defRPr>
            </a:lvl8pPr>
            <a:lvl9pPr>
              <a:defRPr sz="1800" b="1">
                <a:solidFill>
                  <a:srgbClr val="B6DCDA"/>
                </a:solidFill>
                <a:latin typeface="Arial"/>
                <a:ea typeface="Arial"/>
                <a:cs typeface="Arial"/>
              </a:defRPr>
            </a:lvl9pPr>
          </a:lstStyle>
          <a:p xmlns:a="http://schemas.openxmlformats.org/drawingml/2006/main">
            <a:pPr>
              <a:defRPr sz="1800" b="1">
                <a:solidFill>
                  <a:srgbClr val="B6DCDA"/>
                </a:solidFill>
                <a:latin typeface="Arial"/>
                <a:ea typeface="Arial"/>
                <a:cs typeface="Arial"/>
              </a:defRPr>
            </a:pPr>
            <a:r>
              <a:rPr sz="1800" b="1">
                <a:solidFill>
                  <a:srgbClr val="B6DCDA"/>
                </a:solidFill>
                <a:latin typeface="Arial"/>
                <a:ea typeface="Arial"/>
                <a:cs typeface="Arial"/>
              </a:rPr>
              <a:t>WaistLess Foods</a:t>
            </a:r>
          </a:p>
        </p:txBody>
      </p:sp>
      <p:sp>
        <p:nvSpPr>
          <p:cNvPr id="3" name="text-2">
            <a:extLst xmlns:a="http://schemas.openxmlformats.org/drawingml/2006/main">
              <a:ext uri="{FF2B5EF4-FFF2-40B4-BE49-F238E27FC236}">
                <a16:creationId xmlns:a16="http://schemas.microsoft.com/office/drawing/2014/main" id="{E8F9813E-DB69-4B14-B803-6890F0BD02BB}"/>
              </a:ext>
            </a:extLst>
          </p:cNvPr>
          <p:cNvSpPr>
            <a:spLocks xmlns:a="http://schemas.openxmlformats.org/drawingml/2006/main" noGrp="1"/>
          </p:cNvSpPr>
          <p:nvPr/>
        </p:nvSpPr>
        <p:spPr>
          <a:xfrm xmlns:a="http://schemas.openxmlformats.org/drawingml/2006/main">
            <a:off x="666750" y="1952625"/>
            <a:ext cx="6381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More time for</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WaistLess Foods</a:t>
            </a:r>
          </a:p>
        </p:txBody>
      </p:sp>
      <p:sp>
        <p:nvSpPr>
          <p:cNvPr id="4" name="text-3">
            <a:extLst xmlns:a="http://schemas.openxmlformats.org/drawingml/2006/main">
              <a:ext uri="{FF2B5EF4-FFF2-40B4-BE49-F238E27FC236}">
                <a16:creationId xmlns:a16="http://schemas.microsoft.com/office/drawing/2014/main" id="{E43426A5-D785-4A18-9D26-B2FE52391AA1}"/>
              </a:ext>
            </a:extLst>
          </p:cNvPr>
          <p:cNvSpPr>
            <a:spLocks xmlns:a="http://schemas.openxmlformats.org/drawingml/2006/main" noGrp="1"/>
          </p:cNvSpPr>
          <p:nvPr/>
        </p:nvSpPr>
        <p:spPr>
          <a:xfrm xmlns:a="http://schemas.openxmlformats.org/drawingml/2006/main">
            <a:off x="666750" y="4191000"/>
            <a:ext cx="600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Website review and ongoing support</a:t>
            </a:r>
          </a:p>
        </p:txBody>
      </p:sp>
      <p:sp>
        <p:nvSpPr>
          <p:cNvPr id="5" name="text-4">
            <a:extLst xmlns:a="http://schemas.openxmlformats.org/drawingml/2006/main">
              <a:ext uri="{FF2B5EF4-FFF2-40B4-BE49-F238E27FC236}">
                <a16:creationId xmlns:a16="http://schemas.microsoft.com/office/drawing/2014/main" id="{CFAB8AC0-77C4-4574-8ECE-FBCB0B6C7748}"/>
              </a:ext>
            </a:extLst>
          </p:cNvPr>
          <p:cNvSpPr>
            <a:spLocks xmlns:a="http://schemas.openxmlformats.org/drawingml/2006/main" noGrp="1"/>
          </p:cNvSpPr>
          <p:nvPr/>
        </p:nvSpPr>
        <p:spPr>
          <a:xfrm xmlns:a="http://schemas.openxmlformats.org/drawingml/2006/main">
            <a:off x="666750" y="56197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6DCDA"/>
                </a:solidFill>
                <a:latin typeface="Arial"/>
                <a:ea typeface="Arial"/>
                <a:cs typeface="Arial"/>
              </a:defRPr>
            </a:defPPr>
            <a:lvl1pPr>
              <a:defRPr sz="1650" b="0">
                <a:solidFill>
                  <a:srgbClr val="B6DCDA"/>
                </a:solidFill>
                <a:latin typeface="Arial"/>
                <a:ea typeface="Arial"/>
                <a:cs typeface="Arial"/>
              </a:defRPr>
            </a:lvl1pPr>
            <a:lvl2pPr>
              <a:defRPr sz="1650" b="0">
                <a:solidFill>
                  <a:srgbClr val="B6DCDA"/>
                </a:solidFill>
                <a:latin typeface="Arial"/>
                <a:ea typeface="Arial"/>
                <a:cs typeface="Arial"/>
              </a:defRPr>
            </a:lvl2pPr>
            <a:lvl3pPr>
              <a:defRPr sz="1650" b="0">
                <a:solidFill>
                  <a:srgbClr val="B6DCDA"/>
                </a:solidFill>
                <a:latin typeface="Arial"/>
                <a:ea typeface="Arial"/>
                <a:cs typeface="Arial"/>
              </a:defRPr>
            </a:lvl3pPr>
            <a:lvl4pPr>
              <a:defRPr sz="1650" b="0">
                <a:solidFill>
                  <a:srgbClr val="B6DCDA"/>
                </a:solidFill>
                <a:latin typeface="Arial"/>
                <a:ea typeface="Arial"/>
                <a:cs typeface="Arial"/>
              </a:defRPr>
            </a:lvl4pPr>
            <a:lvl5pPr>
              <a:defRPr sz="1650" b="0">
                <a:solidFill>
                  <a:srgbClr val="B6DCDA"/>
                </a:solidFill>
                <a:latin typeface="Arial"/>
                <a:ea typeface="Arial"/>
                <a:cs typeface="Arial"/>
              </a:defRPr>
            </a:lvl5pPr>
            <a:lvl6pPr>
              <a:defRPr sz="1650" b="0">
                <a:solidFill>
                  <a:srgbClr val="B6DCDA"/>
                </a:solidFill>
                <a:latin typeface="Arial"/>
                <a:ea typeface="Arial"/>
                <a:cs typeface="Arial"/>
              </a:defRPr>
            </a:lvl6pPr>
            <a:lvl7pPr>
              <a:defRPr sz="1650" b="0">
                <a:solidFill>
                  <a:srgbClr val="B6DCDA"/>
                </a:solidFill>
                <a:latin typeface="Arial"/>
                <a:ea typeface="Arial"/>
                <a:cs typeface="Arial"/>
              </a:defRPr>
            </a:lvl7pPr>
            <a:lvl8pPr>
              <a:defRPr sz="1650" b="0">
                <a:solidFill>
                  <a:srgbClr val="B6DCDA"/>
                </a:solidFill>
                <a:latin typeface="Arial"/>
                <a:ea typeface="Arial"/>
                <a:cs typeface="Arial"/>
              </a:defRPr>
            </a:lvl8pPr>
            <a:lvl9pPr>
              <a:defRPr sz="1650" b="0">
                <a:solidFill>
                  <a:srgbClr val="B6DCDA"/>
                </a:solidFill>
                <a:latin typeface="Arial"/>
                <a:ea typeface="Arial"/>
                <a:cs typeface="Arial"/>
              </a:defRPr>
            </a:lvl9pPr>
          </a:lstStyle>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A conversation with Chef Amber</a:t>
            </a:r>
          </a:p>
          <a:p xmlns:a="http://schemas.openxmlformats.org/drawingml/2006/main">
            <a:pPr>
              <a:defRPr sz="1650" b="0">
                <a:solidFill>
                  <a:srgbClr val="B6DCDA"/>
                </a:solidFill>
                <a:latin typeface="Arial"/>
                <a:ea typeface="Arial"/>
                <a:cs typeface="Arial"/>
              </a:defRPr>
            </a:pPr>
            <a:r>
              <a:rPr sz="1650" b="0">
                <a:solidFill>
                  <a:srgbClr val="B6DCDA"/>
                </a:solidFill>
                <a:latin typeface="Arial"/>
                <a:ea typeface="Arial"/>
                <a:cs typeface="Arial"/>
              </a:rPr>
              <a:t>Presented by Zul</a:t>
            </a:r>
          </a:p>
        </p:txBody>
      </p:sp>
    </p:spTree>
    <p:extLst>
      <p:ext uri="{BB962C8B-B14F-4D97-AF65-F5344CB8AC3E}">
        <p14:creationId xmlns:p14="http://schemas.microsoft.com/office/powerpoint/2010/main" val="492297824"/>
      </p:ext>
    </p:extLst>
  </p:cSld>
</p:sld>
</file>

<file path=ppt/slides/slide2.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5">
            <a:extLst xmlns:a="http://schemas.openxmlformats.org/drawingml/2006/main">
              <a:ext uri="{FF2B5EF4-FFF2-40B4-BE49-F238E27FC236}">
                <a16:creationId xmlns:a16="http://schemas.microsoft.com/office/drawing/2014/main" id="{8B4F80D4-4C08-4932-8381-992060F9F6FC}"/>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website tools we can put to work</a:t>
            </a:r>
          </a:p>
        </p:txBody>
      </p:sp>
      <p:sp>
        <p:nvSpPr>
          <p:cNvPr id="2" name="text-6">
            <a:extLst xmlns:a="http://schemas.openxmlformats.org/drawingml/2006/main">
              <a:ext uri="{FF2B5EF4-FFF2-40B4-BE49-F238E27FC236}">
                <a16:creationId xmlns:a16="http://schemas.microsoft.com/office/drawing/2014/main" id="{E8EA3FAE-E5D2-4C59-BE45-C1D00468BF63}"/>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
            <a:extLst xmlns:a="http://schemas.openxmlformats.org/drawingml/2006/main">
              <a:ext uri="{FF2B5EF4-FFF2-40B4-BE49-F238E27FC236}">
                <a16:creationId xmlns:a16="http://schemas.microsoft.com/office/drawing/2014/main" id="{314464C4-824C-40F7-8745-6C8B5FB701AD}"/>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2B1F808B-BFAB-4A03-80B9-D790C18A4462}"/>
              </a:ext>
            </a:extLst>
          </p:cNvPr>
          <p:cNvGraphicFramePr/>
          <p:nvPr/>
        </p:nvGraphicFramePr>
        <p:xfrm>
          <a:off xmlns:a="http://schemas.openxmlformats.org/drawingml/2006/main" x="666750" y="1857375"/>
          <a:ext xmlns:a="http://schemas.openxmlformats.org/drawingml/2006/main" cx="10858500" cy="3286125"/>
        </p:xfrm>
        <a:graphic xmlns:a="http://schemas.openxmlformats.org/drawingml/2006/main">
          <a:graphicData uri="http://schemas.openxmlformats.org/drawingml/2006/table">
            <a:tbl>
              <a:tblPr/>
              <a:tblGrid>
                <a:gridCol w="5429250"/>
                <a:gridCol w="5429250"/>
              </a:tblGrid>
              <a:tr h="821531">
                <a:tc>
                  <a:txBody>
                    <a:bodyPr lIns="152400" tIns="152400" rIns="152400" bIns="152400"/>
                    <a:lstStyle/>
                    <a:p>
                      <a:r>
                        <a:rPr sz="1875" b="1">
                          <a:solidFill>
                            <a:srgbClr val="FFFFFF"/>
                          </a:solidFill>
                          <a:latin typeface="Arial"/>
                          <a:ea typeface="Arial"/>
                          <a:cs typeface="Arial"/>
                        </a:rPr>
                        <a:t>Customer experience</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75" b="1">
                          <a:solidFill>
                            <a:srgbClr val="FFFFFF"/>
                          </a:solidFill>
                          <a:latin typeface="Arial"/>
                          <a:ea typeface="Arial"/>
                          <a:cs typeface="Arial"/>
                        </a:rPr>
                        <a:t>Amber’s management tools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821531">
                <a:tc>
                  <a:txBody>
                    <a:bodyPr lIns="152400" tIns="152400" rIns="152400" bIns="152400"/>
                    <a:lstStyle/>
                    <a:p>
                      <a:r>
                        <a:rPr sz="1875" b="0">
                          <a:solidFill>
                            <a:srgbClr val="173D40"/>
                          </a:solidFill>
                          <a:latin typeface="Arial"/>
                          <a:ea typeface="Arial"/>
                          <a:cs typeface="Arial"/>
                        </a:rPr>
                        <a:t>Consultations and service requests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Booking requests and service invoices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821531">
                <a:tc>
                  <a:txBody>
                    <a:bodyPr lIns="152400" tIns="152400" rIns="152400" bIns="152400"/>
                    <a:lstStyle/>
                    <a:p>
                      <a:r>
                        <a:rPr sz="1875" b="0">
                          <a:solidFill>
                            <a:srgbClr val="173D40"/>
                          </a:solidFill>
                          <a:latin typeface="Arial"/>
                          <a:ea typeface="Arial"/>
                          <a:cs typeface="Arial"/>
                        </a:rPr>
                        <a:t>Recipes and cooking-class pages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75" b="0">
                          <a:solidFill>
                            <a:srgbClr val="173D40"/>
                          </a:solidFill>
                          <a:latin typeface="Arial"/>
                          <a:ea typeface="Arial"/>
                          <a:cs typeface="Arial"/>
                        </a:rPr>
                        <a:t>Paid recipe previews and class registrations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821531">
                <a:tc>
                  <a:txBody>
                    <a:bodyPr lIns="152400" tIns="152400" rIns="152400" bIns="152400"/>
                    <a:lstStyle/>
                    <a:p>
                      <a:r>
                        <a:rPr sz="1875" b="0">
                          <a:solidFill>
                            <a:srgbClr val="173D40"/>
                          </a:solidFill>
                          <a:latin typeface="Arial"/>
                          <a:ea typeface="Arial"/>
                          <a:cs typeface="Arial"/>
                        </a:rPr>
                        <a:t>Member newsletter archive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75" b="0">
                          <a:solidFill>
                            <a:srgbClr val="173D40"/>
                          </a:solidFill>
                          <a:latin typeface="Arial"/>
                          <a:ea typeface="Arial"/>
                          <a:cs typeface="Arial"/>
                        </a:rPr>
                        <a:t>Newsletter Studio and email subscribers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8">
            <a:extLst xmlns:a="http://schemas.openxmlformats.org/drawingml/2006/main">
              <a:ext uri="{FF2B5EF4-FFF2-40B4-BE49-F238E27FC236}">
                <a16:creationId xmlns:a16="http://schemas.microsoft.com/office/drawing/2014/main" id="{D89680E5-CB52-4E38-99CB-7A0589049A60}"/>
              </a:ext>
            </a:extLst>
          </p:cNvPr>
          <p:cNvSpPr>
            <a:spLocks xmlns:a="http://schemas.openxmlformats.org/drawingml/2006/main" noGrp="1"/>
          </p:cNvSpPr>
          <p:nvPr/>
        </p:nvSpPr>
        <p:spPr>
          <a:xfrm xmlns:a="http://schemas.openxmlformats.org/drawingml/2006/main">
            <a:off x="666750" y="55245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367577"/>
                </a:solidFill>
                <a:latin typeface="Arial"/>
                <a:ea typeface="Arial"/>
                <a:cs typeface="Arial"/>
              </a:defRPr>
            </a:defPPr>
            <a:lvl1pPr>
              <a:defRPr sz="1950" b="1">
                <a:solidFill>
                  <a:srgbClr val="367577"/>
                </a:solidFill>
                <a:latin typeface="Arial"/>
                <a:ea typeface="Arial"/>
                <a:cs typeface="Arial"/>
              </a:defRPr>
            </a:lvl1pPr>
            <a:lvl2pPr>
              <a:defRPr sz="1950" b="1">
                <a:solidFill>
                  <a:srgbClr val="367577"/>
                </a:solidFill>
                <a:latin typeface="Arial"/>
                <a:ea typeface="Arial"/>
                <a:cs typeface="Arial"/>
              </a:defRPr>
            </a:lvl2pPr>
            <a:lvl3pPr>
              <a:defRPr sz="1950" b="1">
                <a:solidFill>
                  <a:srgbClr val="367577"/>
                </a:solidFill>
                <a:latin typeface="Arial"/>
                <a:ea typeface="Arial"/>
                <a:cs typeface="Arial"/>
              </a:defRPr>
            </a:lvl3pPr>
            <a:lvl4pPr>
              <a:defRPr sz="1950" b="1">
                <a:solidFill>
                  <a:srgbClr val="367577"/>
                </a:solidFill>
                <a:latin typeface="Arial"/>
                <a:ea typeface="Arial"/>
                <a:cs typeface="Arial"/>
              </a:defRPr>
            </a:lvl4pPr>
            <a:lvl5pPr>
              <a:defRPr sz="1950" b="1">
                <a:solidFill>
                  <a:srgbClr val="367577"/>
                </a:solidFill>
                <a:latin typeface="Arial"/>
                <a:ea typeface="Arial"/>
                <a:cs typeface="Arial"/>
              </a:defRPr>
            </a:lvl5pPr>
            <a:lvl6pPr>
              <a:defRPr sz="1950" b="1">
                <a:solidFill>
                  <a:srgbClr val="367577"/>
                </a:solidFill>
                <a:latin typeface="Arial"/>
                <a:ea typeface="Arial"/>
                <a:cs typeface="Arial"/>
              </a:defRPr>
            </a:lvl6pPr>
            <a:lvl7pPr>
              <a:defRPr sz="1950" b="1">
                <a:solidFill>
                  <a:srgbClr val="367577"/>
                </a:solidFill>
                <a:latin typeface="Arial"/>
                <a:ea typeface="Arial"/>
                <a:cs typeface="Arial"/>
              </a:defRPr>
            </a:lvl7pPr>
            <a:lvl8pPr>
              <a:defRPr sz="1950" b="1">
                <a:solidFill>
                  <a:srgbClr val="367577"/>
                </a:solidFill>
                <a:latin typeface="Arial"/>
                <a:ea typeface="Arial"/>
                <a:cs typeface="Arial"/>
              </a:defRPr>
            </a:lvl8pPr>
            <a:lvl9pPr>
              <a:defRPr sz="1950" b="1">
                <a:solidFill>
                  <a:srgbClr val="367577"/>
                </a:solidFill>
                <a:latin typeface="Arial"/>
                <a:ea typeface="Arial"/>
                <a:cs typeface="Arial"/>
              </a:defRPr>
            </a:lvl9pPr>
          </a:lstStyle>
          <a:p xmlns:a="http://schemas.openxmlformats.org/drawingml/2006/main">
            <a:pPr>
              <a:defRPr sz="1950" b="1">
                <a:solidFill>
                  <a:srgbClr val="367577"/>
                </a:solidFill>
                <a:latin typeface="Arial"/>
                <a:ea typeface="Arial"/>
                <a:cs typeface="Arial"/>
              </a:defRPr>
            </a:pPr>
            <a:r>
              <a:rPr sz="1950" b="1">
                <a:solidFill>
                  <a:srgbClr val="367577"/>
                </a:solidFill>
                <a:latin typeface="Arial"/>
                <a:ea typeface="Arial"/>
                <a:cs typeface="Arial"/>
              </a:rPr>
              <a:t>Today’s review: confirm the workflows and agree on the remaining launch checks</a:t>
            </a:r>
          </a:p>
        </p:txBody>
      </p:sp>
    </p:spTree>
    <p:extLst>
      <p:ext uri="{BB962C8B-B14F-4D97-AF65-F5344CB8AC3E}">
        <p14:creationId xmlns:p14="http://schemas.microsoft.com/office/powerpoint/2010/main" val="918071602"/>
      </p:ext>
    </p:extLst>
  </p:cSld>
</p:sld>
</file>

<file path=ppt/slides/slide3.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9">
            <a:extLst xmlns:a="http://schemas.openxmlformats.org/drawingml/2006/main">
              <a:ext uri="{FF2B5EF4-FFF2-40B4-BE49-F238E27FC236}">
                <a16:creationId xmlns:a16="http://schemas.microsoft.com/office/drawing/2014/main" id="{888290D6-1B36-4D91-A150-10F54DDA4A55}"/>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Live website walkthrough</a:t>
            </a:r>
          </a:p>
        </p:txBody>
      </p:sp>
      <p:sp>
        <p:nvSpPr>
          <p:cNvPr id="2" name="text-10">
            <a:extLst xmlns:a="http://schemas.openxmlformats.org/drawingml/2006/main">
              <a:ext uri="{FF2B5EF4-FFF2-40B4-BE49-F238E27FC236}">
                <a16:creationId xmlns:a16="http://schemas.microsoft.com/office/drawing/2014/main" id="{84122132-37A6-4CFF-9D6A-121B2351ED9B}"/>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1">
            <a:extLst xmlns:a="http://schemas.openxmlformats.org/drawingml/2006/main">
              <a:ext uri="{FF2B5EF4-FFF2-40B4-BE49-F238E27FC236}">
                <a16:creationId xmlns:a16="http://schemas.microsoft.com/office/drawing/2014/main" id="{827BE293-3336-4A98-A09E-AAEE2B22B5B9}"/>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03</a:t>
            </a:r>
          </a:p>
        </p:txBody>
      </p:sp>
      <p:sp>
        <p:nvSpPr>
          <p:cNvPr id="4" name="text-12">
            <a:extLst xmlns:a="http://schemas.openxmlformats.org/drawingml/2006/main">
              <a:ext uri="{FF2B5EF4-FFF2-40B4-BE49-F238E27FC236}">
                <a16:creationId xmlns:a16="http://schemas.microsoft.com/office/drawing/2014/main" id="{C77C393D-276A-4E1F-B47B-0FF7268BC8FD}"/>
              </a:ext>
            </a:extLst>
          </p:cNvPr>
          <p:cNvSpPr>
            <a:spLocks xmlns:a="http://schemas.openxmlformats.org/drawingml/2006/main" noGrp="1"/>
          </p:cNvSpPr>
          <p:nvPr/>
        </p:nvSpPr>
        <p:spPr>
          <a:xfrm xmlns:a="http://schemas.openxmlformats.org/drawingml/2006/main">
            <a:off x="666750" y="190500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73D40"/>
                </a:solidFill>
                <a:latin typeface="Arial"/>
                <a:ea typeface="Arial"/>
                <a:cs typeface="Arial"/>
              </a:defRPr>
            </a:defPPr>
            <a:lvl1pPr>
              <a:defRPr sz="2325" b="1">
                <a:solidFill>
                  <a:srgbClr val="173D40"/>
                </a:solidFill>
                <a:latin typeface="Arial"/>
                <a:ea typeface="Arial"/>
                <a:cs typeface="Arial"/>
              </a:defRPr>
            </a:lvl1pPr>
            <a:lvl2pPr>
              <a:defRPr sz="2325" b="1">
                <a:solidFill>
                  <a:srgbClr val="173D40"/>
                </a:solidFill>
                <a:latin typeface="Arial"/>
                <a:ea typeface="Arial"/>
                <a:cs typeface="Arial"/>
              </a:defRPr>
            </a:lvl2pPr>
            <a:lvl3pPr>
              <a:defRPr sz="2325" b="1">
                <a:solidFill>
                  <a:srgbClr val="173D40"/>
                </a:solidFill>
                <a:latin typeface="Arial"/>
                <a:ea typeface="Arial"/>
                <a:cs typeface="Arial"/>
              </a:defRPr>
            </a:lvl3pPr>
            <a:lvl4pPr>
              <a:defRPr sz="2325" b="1">
                <a:solidFill>
                  <a:srgbClr val="173D40"/>
                </a:solidFill>
                <a:latin typeface="Arial"/>
                <a:ea typeface="Arial"/>
                <a:cs typeface="Arial"/>
              </a:defRPr>
            </a:lvl4pPr>
            <a:lvl5pPr>
              <a:defRPr sz="2325" b="1">
                <a:solidFill>
                  <a:srgbClr val="173D40"/>
                </a:solidFill>
                <a:latin typeface="Arial"/>
                <a:ea typeface="Arial"/>
                <a:cs typeface="Arial"/>
              </a:defRPr>
            </a:lvl5pPr>
            <a:lvl6pPr>
              <a:defRPr sz="2325" b="1">
                <a:solidFill>
                  <a:srgbClr val="173D40"/>
                </a:solidFill>
                <a:latin typeface="Arial"/>
                <a:ea typeface="Arial"/>
                <a:cs typeface="Arial"/>
              </a:defRPr>
            </a:lvl6pPr>
            <a:lvl7pPr>
              <a:defRPr sz="2325" b="1">
                <a:solidFill>
                  <a:srgbClr val="173D40"/>
                </a:solidFill>
                <a:latin typeface="Arial"/>
                <a:ea typeface="Arial"/>
                <a:cs typeface="Arial"/>
              </a:defRPr>
            </a:lvl7pPr>
            <a:lvl8pPr>
              <a:defRPr sz="2325" b="1">
                <a:solidFill>
                  <a:srgbClr val="173D40"/>
                </a:solidFill>
                <a:latin typeface="Arial"/>
                <a:ea typeface="Arial"/>
                <a:cs typeface="Arial"/>
              </a:defRPr>
            </a:lvl8pPr>
            <a:lvl9pPr>
              <a:defRPr sz="2325" b="1">
                <a:solidFill>
                  <a:srgbClr val="173D40"/>
                </a:solidFill>
                <a:latin typeface="Arial"/>
                <a:ea typeface="Arial"/>
                <a:cs typeface="Arial"/>
              </a:defRPr>
            </a:lvl9pPr>
          </a:lstStyle>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Explore the customer journey</a:t>
            </a:r>
          </a:p>
          <a:p xmlns:a="http://schemas.openxmlformats.org/drawingml/2006/main">
            <a:pPr>
              <a:defRPr sz="2325" b="1">
                <a:solidFill>
                  <a:srgbClr val="173D40"/>
                </a:solidFill>
                <a:latin typeface="Arial"/>
                <a:ea typeface="Arial"/>
                <a:cs typeface="Arial"/>
              </a:defRPr>
            </a:pPr>
            <a:r>
              <a:rPr sz="2325" b="1">
                <a:solidFill>
                  <a:srgbClr val="173D40"/>
                </a:solidFill>
                <a:latin typeface="Arial"/>
                <a:ea typeface="Arial"/>
                <a:cs typeface="Arial"/>
              </a:rPr>
              <a:t>and the tools behind it</a:t>
            </a:r>
          </a:p>
        </p:txBody>
      </p:sp>
      <p:sp>
        <p:nvSpPr>
          <p:cNvPr id="5" name="text-13">
            <a:extLst xmlns:a="http://schemas.openxmlformats.org/drawingml/2006/main">
              <a:ext uri="{FF2B5EF4-FFF2-40B4-BE49-F238E27FC236}">
                <a16:creationId xmlns:a16="http://schemas.microsoft.com/office/drawing/2014/main" id="{D0A7DDB3-79E6-4C67-9D35-AF05AE85D0DB}"/>
              </a:ext>
            </a:extLst>
          </p:cNvPr>
          <p:cNvSpPr>
            <a:spLocks xmlns:a="http://schemas.openxmlformats.org/drawingml/2006/main" noGrp="1"/>
          </p:cNvSpPr>
          <p:nvPr/>
        </p:nvSpPr>
        <p:spPr>
          <a:xfrm xmlns:a="http://schemas.openxmlformats.org/drawingml/2006/main">
            <a:off x="666750" y="3190875"/>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The guide keeps each step and its page links together while we review.</a:t>
            </a:r>
          </a:p>
        </p:txBody>
      </p:sp>
      <p:sp>
        <p:nvSpPr>
          <p:cNvPr id="6" name="text-14">
            <a:extLst xmlns:a="http://schemas.openxmlformats.org/drawingml/2006/main">
              <a:ext uri="{FF2B5EF4-FFF2-40B4-BE49-F238E27FC236}">
                <a16:creationId xmlns:a16="http://schemas.microsoft.com/office/drawing/2014/main" id="{879BA726-ABA4-45BC-95A1-007C13E289A2}"/>
              </a:ext>
            </a:extLst>
          </p:cNvPr>
          <p:cNvSpPr>
            <a:spLocks xmlns:a="http://schemas.openxmlformats.org/drawingml/2006/main" noGrp="1"/>
          </p:cNvSpPr>
          <p:nvPr/>
        </p:nvSpPr>
        <p:spPr>
          <a:xfrm xmlns:a="http://schemas.openxmlformats.org/drawingml/2006/main">
            <a:off x="666750" y="48101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u="sng">
                <a:solidFill>
                  <a:srgbClr val="367577"/>
                </a:solidFill>
                <a:latin typeface="Arial"/>
                <a:ea typeface="Arial"/>
                <a:cs typeface="Arial"/>
                <a:hlinkClick xmlns:r="http://schemas.openxmlformats.org/officeDocument/2006/relationships" r:id="R67ed4926c2cb4c37"/>
              </a:rPr>
              <a:t>Open the live walkthrough</a:t>
            </a:r>
          </a:p>
        </p:txBody>
      </p:sp>
      <p:sp>
        <p:nvSpPr>
          <p:cNvPr id="7" name="text-15">
            <a:extLst xmlns:a="http://schemas.openxmlformats.org/drawingml/2006/main">
              <a:ext uri="{FF2B5EF4-FFF2-40B4-BE49-F238E27FC236}">
                <a16:creationId xmlns:a16="http://schemas.microsoft.com/office/drawing/2014/main" id="{48EEA6E1-381E-41BD-A3E7-8DB429F9C6B9}"/>
              </a:ext>
            </a:extLst>
          </p:cNvPr>
          <p:cNvSpPr>
            <a:spLocks xmlns:a="http://schemas.openxmlformats.org/drawingml/2006/main" noGrp="1"/>
          </p:cNvSpPr>
          <p:nvPr/>
        </p:nvSpPr>
        <p:spPr>
          <a:xfrm xmlns:a="http://schemas.openxmlformats.org/drawingml/2006/main">
            <a:off x="666750" y="5362575"/>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466163"/>
                </a:solidFill>
                <a:latin typeface="Arial"/>
                <a:ea typeface="Arial"/>
                <a:cs typeface="Arial"/>
              </a:defRPr>
            </a:defPPr>
            <a:lvl1pPr>
              <a:defRPr sz="1500" b="0">
                <a:solidFill>
                  <a:srgbClr val="466163"/>
                </a:solidFill>
                <a:latin typeface="Arial"/>
                <a:ea typeface="Arial"/>
                <a:cs typeface="Arial"/>
              </a:defRPr>
            </a:lvl1pPr>
            <a:lvl2pPr>
              <a:defRPr sz="1500" b="0">
                <a:solidFill>
                  <a:srgbClr val="466163"/>
                </a:solidFill>
                <a:latin typeface="Arial"/>
                <a:ea typeface="Arial"/>
                <a:cs typeface="Arial"/>
              </a:defRPr>
            </a:lvl2pPr>
            <a:lvl3pPr>
              <a:defRPr sz="1500" b="0">
                <a:solidFill>
                  <a:srgbClr val="466163"/>
                </a:solidFill>
                <a:latin typeface="Arial"/>
                <a:ea typeface="Arial"/>
                <a:cs typeface="Arial"/>
              </a:defRPr>
            </a:lvl3pPr>
            <a:lvl4pPr>
              <a:defRPr sz="1500" b="0">
                <a:solidFill>
                  <a:srgbClr val="466163"/>
                </a:solidFill>
                <a:latin typeface="Arial"/>
                <a:ea typeface="Arial"/>
                <a:cs typeface="Arial"/>
              </a:defRPr>
            </a:lvl4pPr>
            <a:lvl5pPr>
              <a:defRPr sz="1500" b="0">
                <a:solidFill>
                  <a:srgbClr val="466163"/>
                </a:solidFill>
                <a:latin typeface="Arial"/>
                <a:ea typeface="Arial"/>
                <a:cs typeface="Arial"/>
              </a:defRPr>
            </a:lvl5pPr>
            <a:lvl6pPr>
              <a:defRPr sz="1500" b="0">
                <a:solidFill>
                  <a:srgbClr val="466163"/>
                </a:solidFill>
                <a:latin typeface="Arial"/>
                <a:ea typeface="Arial"/>
                <a:cs typeface="Arial"/>
              </a:defRPr>
            </a:lvl6pPr>
            <a:lvl7pPr>
              <a:defRPr sz="1500" b="0">
                <a:solidFill>
                  <a:srgbClr val="466163"/>
                </a:solidFill>
                <a:latin typeface="Arial"/>
                <a:ea typeface="Arial"/>
                <a:cs typeface="Arial"/>
              </a:defRPr>
            </a:lvl7pPr>
            <a:lvl8pPr>
              <a:defRPr sz="1500" b="0">
                <a:solidFill>
                  <a:srgbClr val="466163"/>
                </a:solidFill>
                <a:latin typeface="Arial"/>
                <a:ea typeface="Arial"/>
                <a:cs typeface="Arial"/>
              </a:defRPr>
            </a:lvl8pPr>
            <a:lvl9pPr>
              <a:defRPr sz="1500" b="0">
                <a:solidFill>
                  <a:srgbClr val="466163"/>
                </a:solidFill>
                <a:latin typeface="Arial"/>
                <a:ea typeface="Arial"/>
                <a:cs typeface="Arial"/>
              </a:defRPr>
            </a:lvl9pPr>
          </a:lstStyle>
          <a:p xmlns:a="http://schemas.openxmlformats.org/drawingml/2006/main">
            <a:pPr>
              <a:defRPr sz="1500" b="0">
                <a:solidFill>
                  <a:srgbClr val="466163"/>
                </a:solidFill>
                <a:latin typeface="Arial"/>
                <a:ea typeface="Arial"/>
                <a:cs typeface="Arial"/>
              </a:defRPr>
            </a:pPr>
            <a:r>
              <a:rPr sz="1500" b="0">
                <a:solidFill>
                  <a:srgbClr val="466163"/>
                </a:solidFill>
                <a:latin typeface="Arial"/>
                <a:ea typeface="Arial"/>
                <a:cs typeface="Arial"/>
              </a:rPr>
              <a:t>Admin sign-in required</a:t>
            </a:r>
          </a:p>
        </p:txBody>
      </p:sp>
      <p:pic>
        <p:nvPicPr>
          <p:cNvPr id="8" name="">
            <a:extLst xmlns:a="http://schemas.openxmlformats.org/drawingml/2006/main">
              <a:ext uri="{FF2B5EF4-FFF2-40B4-BE49-F238E27FC236}">
                <a16:creationId xmlns:a16="http://schemas.microsoft.com/office/drawing/2014/main" id="{5CE05D81-C3FB-4EFE-A9C6-F3C9C620ED06}"/>
              </a:ext>
            </a:extLst>
          </p:cNvPr>
          <p:cNvPicPr>
            <a:picLocks xmlns:a="http://schemas.openxmlformats.org/drawingml/2006/main" noChangeAspect="1"/>
          </p:cNvPicPr>
          <p:nvPr/>
        </p:nvPicPr>
        <p:blipFill>
          <a:blip xmlns:r="http://schemas.openxmlformats.org/officeDocument/2006/relationships" xmlns:a="http://schemas.openxmlformats.org/drawingml/2006/main" r:embed="Re316f101e01b4e87"/>
          <a:stretch xmlns:a="http://schemas.openxmlformats.org/drawingml/2006/main"/>
        </p:blipFill>
        <p:spPr>
          <a:xfrm xmlns:a="http://schemas.openxmlformats.org/drawingml/2006/main">
            <a:off x="5810250" y="1859416"/>
            <a:ext cx="5715000" cy="4082143"/>
          </a:xfrm>
          <a:prstGeom xmlns:a="http://schemas.openxmlformats.org/drawingml/2006/main" prst="rect">
            <a:avLst/>
          </a:prstGeom>
        </p:spPr>
      </p:pic>
    </p:spTree>
    <p:extLst>
      <p:ext uri="{BB962C8B-B14F-4D97-AF65-F5344CB8AC3E}">
        <p14:creationId xmlns:p14="http://schemas.microsoft.com/office/powerpoint/2010/main" val="187731777"/>
      </p:ext>
    </p:extLst>
  </p:cSld>
</p:sld>
</file>

<file path=ppt/slides/slide4.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6" name="text-16">
            <a:extLst xmlns:a="http://schemas.openxmlformats.org/drawingml/2006/main">
              <a:ext uri="{FF2B5EF4-FFF2-40B4-BE49-F238E27FC236}">
                <a16:creationId xmlns:a16="http://schemas.microsoft.com/office/drawing/2014/main" id="{0D015B17-89E4-4CDC-BC7D-4EA08AA73E1F}"/>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The recurring work around your website</a:t>
            </a:r>
          </a:p>
        </p:txBody>
      </p:sp>
      <p:sp>
        <p:nvSpPr>
          <p:cNvPr id="2" name="text-17">
            <a:extLst xmlns:a="http://schemas.openxmlformats.org/drawingml/2006/main">
              <a:ext uri="{FF2B5EF4-FFF2-40B4-BE49-F238E27FC236}">
                <a16:creationId xmlns:a16="http://schemas.microsoft.com/office/drawing/2014/main" id="{57A503AE-AF2B-4C4A-8623-4973AEF7BD00}"/>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18">
            <a:extLst xmlns:a="http://schemas.openxmlformats.org/drawingml/2006/main">
              <a:ext uri="{FF2B5EF4-FFF2-40B4-BE49-F238E27FC236}">
                <a16:creationId xmlns:a16="http://schemas.microsoft.com/office/drawing/2014/main" id="{54DBEE67-C66F-4C15-97D6-FF24F0896717}"/>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04</a:t>
            </a:r>
          </a:p>
        </p:txBody>
      </p:sp>
      <p:graphicFrame>
        <p:nvGraphicFramePr>
          <p:cNvPr id="4" name="">
            <a:extLst xmlns:a="http://schemas.openxmlformats.org/drawingml/2006/main">
              <a:ext uri="{FF2B5EF4-FFF2-40B4-BE49-F238E27FC236}">
                <a16:creationId xmlns:a16="http://schemas.microsoft.com/office/drawing/2014/main" id="{3196D4C3-706D-44C9-8D99-B1CED2696653}"/>
              </a:ext>
            </a:extLst>
          </p:cNvPr>
          <p:cNvGraphicFramePr/>
          <p:nvPr/>
        </p:nvGraphicFramePr>
        <p:xfrm>
          <a:off xmlns:a="http://schemas.openxmlformats.org/drawingml/2006/main" x="666750" y="1714500"/>
          <a:ext xmlns:a="http://schemas.openxmlformats.org/drawingml/2006/main" cx="10858500" cy="3762375"/>
        </p:xfrm>
        <a:graphic xmlns:a="http://schemas.openxmlformats.org/drawingml/2006/main">
          <a:graphicData uri="http://schemas.openxmlformats.org/drawingml/2006/table">
            <a:tbl>
              <a:tblPr/>
              <a:tblGrid>
                <a:gridCol w="4286250"/>
                <a:gridCol w="6572250"/>
              </a:tblGrid>
              <a:tr h="752475">
                <a:tc>
                  <a:txBody>
                    <a:bodyPr lIns="152400" tIns="152400" rIns="152400" bIns="152400"/>
                    <a:lstStyle/>
                    <a:p>
                      <a:r>
                        <a:rPr sz="1800" b="1">
                          <a:solidFill>
                            <a:srgbClr val="FFFFFF"/>
                          </a:solidFill>
                          <a:latin typeface="Arial"/>
                          <a:ea typeface="Arial"/>
                          <a:cs typeface="Arial"/>
                        </a:rPr>
                        <a:t>Recurring task</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What our support would handle</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52475">
                <a:tc>
                  <a:txBody>
                    <a:bodyPr lIns="152400" tIns="152400" rIns="152400" bIns="152400"/>
                    <a:lstStyle/>
                    <a:p>
                      <a:r>
                        <a:rPr sz="1800" b="0">
                          <a:solidFill>
                            <a:srgbClr val="173D40"/>
                          </a:solidFill>
                          <a:latin typeface="Arial"/>
                          <a:ea typeface="Arial"/>
                          <a:cs typeface="Arial"/>
                        </a:rPr>
                        <a:t>Keep recipes current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Upload approved recipes and check the layout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52475">
                <a:tc>
                  <a:txBody>
                    <a:bodyPr lIns="152400" tIns="152400" rIns="152400" bIns="152400"/>
                    <a:lstStyle/>
                    <a:p>
                      <a:r>
                        <a:rPr sz="1800" b="0">
                          <a:solidFill>
                            <a:srgbClr val="173D40"/>
                          </a:solidFill>
                          <a:latin typeface="Arial"/>
                          <a:ea typeface="Arial"/>
                          <a:cs typeface="Arial"/>
                        </a:rPr>
                        <a:t>Promote services or classes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Prepare graphics from approved details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52475">
                <a:tc>
                  <a:txBody>
                    <a:bodyPr lIns="152400" tIns="152400" rIns="152400" bIns="152400"/>
                    <a:lstStyle/>
                    <a:p>
                      <a:r>
                        <a:rPr sz="1800" b="0">
                          <a:solidFill>
                            <a:srgbClr val="173D40"/>
                          </a:solidFill>
                          <a:latin typeface="Arial"/>
                          <a:ea typeface="Arial"/>
                          <a:cs typeface="Arial"/>
                        </a:rPr>
                        <a:t>Prepare a newsletter</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Format supplied content and organize the archive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52475">
                <a:tc>
                  <a:txBody>
                    <a:bodyPr lIns="152400" tIns="152400" rIns="152400" bIns="152400"/>
                    <a:lstStyle/>
                    <a:p>
                      <a:r>
                        <a:rPr sz="1800" b="0">
                          <a:solidFill>
                            <a:srgbClr val="173D40"/>
                          </a:solidFill>
                          <a:latin typeface="Arial"/>
                          <a:ea typeface="Arial"/>
                          <a:cs typeface="Arial"/>
                        </a:rPr>
                        <a:t>Stay on top of inquiries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Maintain a follow-up list and draft replies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19">
            <a:extLst xmlns:a="http://schemas.openxmlformats.org/drawingml/2006/main">
              <a:ext uri="{FF2B5EF4-FFF2-40B4-BE49-F238E27FC236}">
                <a16:creationId xmlns:a16="http://schemas.microsoft.com/office/drawing/2014/main" id="{BF7C4EEA-951A-4693-ABBC-3A48E132C82B}"/>
              </a:ext>
            </a:extLst>
          </p:cNvPr>
          <p:cNvSpPr>
            <a:spLocks xmlns:a="http://schemas.openxmlformats.org/drawingml/2006/main" noGrp="1"/>
          </p:cNvSpPr>
          <p:nvPr/>
        </p:nvSpPr>
        <p:spPr>
          <a:xfrm xmlns:a="http://schemas.openxmlformats.org/drawingml/2006/main">
            <a:off x="666750" y="5715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You choose what to hand over and keep approval of your brand and customer commitments</a:t>
            </a:r>
          </a:p>
        </p:txBody>
      </p:sp>
    </p:spTree>
    <p:extLst>
      <p:ext uri="{BB962C8B-B14F-4D97-AF65-F5344CB8AC3E}">
        <p14:creationId xmlns:p14="http://schemas.microsoft.com/office/powerpoint/2010/main" val="514585670"/>
      </p:ext>
    </p:extLst>
  </p:cSld>
</p:sld>
</file>

<file path=ppt/slides/slide5.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7" name="text-20">
            <a:extLst xmlns:a="http://schemas.openxmlformats.org/drawingml/2006/main">
              <a:ext uri="{FF2B5EF4-FFF2-40B4-BE49-F238E27FC236}">
                <a16:creationId xmlns:a16="http://schemas.microsoft.com/office/drawing/2014/main" id="{E3A0C85D-0A40-4C8A-9C6B-47DE0E0285A2}"/>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contact, a team behind the work</a:t>
            </a:r>
          </a:p>
        </p:txBody>
      </p:sp>
      <p:sp>
        <p:nvSpPr>
          <p:cNvPr id="2" name="text-21">
            <a:extLst xmlns:a="http://schemas.openxmlformats.org/drawingml/2006/main">
              <a:ext uri="{FF2B5EF4-FFF2-40B4-BE49-F238E27FC236}">
                <a16:creationId xmlns:a16="http://schemas.microsoft.com/office/drawing/2014/main" id="{853FC17D-395A-4AAB-AD40-5646F6D0899E}"/>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22">
            <a:extLst xmlns:a="http://schemas.openxmlformats.org/drawingml/2006/main">
              <a:ext uri="{FF2B5EF4-FFF2-40B4-BE49-F238E27FC236}">
                <a16:creationId xmlns:a16="http://schemas.microsoft.com/office/drawing/2014/main" id="{368DA67A-9B60-42FF-AF34-0F91725BEE55}"/>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05</a:t>
            </a:r>
          </a:p>
        </p:txBody>
      </p:sp>
      <p:sp>
        <p:nvSpPr>
          <p:cNvPr id="4" name="text-23">
            <a:extLst xmlns:a="http://schemas.openxmlformats.org/drawingml/2006/main">
              <a:ext uri="{FF2B5EF4-FFF2-40B4-BE49-F238E27FC236}">
                <a16:creationId xmlns:a16="http://schemas.microsoft.com/office/drawing/2014/main" id="{7C947058-776D-440C-A16E-0C5EEFECDA8F}"/>
              </a:ext>
            </a:extLst>
          </p:cNvPr>
          <p:cNvSpPr>
            <a:spLocks xmlns:a="http://schemas.openxmlformats.org/drawingml/2006/main" noGrp="1"/>
          </p:cNvSpPr>
          <p:nvPr/>
        </p:nvSpPr>
        <p:spPr>
          <a:xfrm xmlns:a="http://schemas.openxmlformats.org/drawingml/2006/main">
            <a:off x="6667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Zul</a:t>
            </a:r>
          </a:p>
        </p:txBody>
      </p:sp>
      <p:sp>
        <p:nvSpPr>
          <p:cNvPr id="5" name="text-24">
            <a:extLst xmlns:a="http://schemas.openxmlformats.org/drawingml/2006/main">
              <a:ext uri="{FF2B5EF4-FFF2-40B4-BE49-F238E27FC236}">
                <a16:creationId xmlns:a16="http://schemas.microsoft.com/office/drawing/2014/main" id="{10B410BC-C90C-4953-AAB3-6D874BB7CAD3}"/>
              </a:ext>
            </a:extLst>
          </p:cNvPr>
          <p:cNvSpPr>
            <a:spLocks xmlns:a="http://schemas.openxmlformats.org/drawingml/2006/main" noGrp="1"/>
          </p:cNvSpPr>
          <p:nvPr/>
        </p:nvSpPr>
        <p:spPr>
          <a:xfrm xmlns:a="http://schemas.openxmlformats.org/drawingml/2006/main">
            <a:off x="6667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Your point of contact</a:t>
            </a:r>
          </a:p>
        </p:txBody>
      </p:sp>
      <p:sp>
        <p:nvSpPr>
          <p:cNvPr id="6" name="text-25">
            <a:extLst xmlns:a="http://schemas.openxmlformats.org/drawingml/2006/main">
              <a:ext uri="{FF2B5EF4-FFF2-40B4-BE49-F238E27FC236}">
                <a16:creationId xmlns:a16="http://schemas.microsoft.com/office/drawing/2014/main" id="{B236E561-CBF0-4C19-B809-8C2C51B90EBD}"/>
              </a:ext>
            </a:extLst>
          </p:cNvPr>
          <p:cNvSpPr>
            <a:spLocks xmlns:a="http://schemas.openxmlformats.org/drawingml/2006/main" noGrp="1"/>
          </p:cNvSpPr>
          <p:nvPr/>
        </p:nvSpPr>
        <p:spPr>
          <a:xfrm xmlns:a="http://schemas.openxmlformats.org/drawingml/2006/main">
            <a:off x="6667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Priorities, technical decisions,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final quality checks</a:t>
            </a:r>
          </a:p>
        </p:txBody>
      </p:sp>
      <p:sp>
        <p:nvSpPr>
          <p:cNvPr id="7" name="text-26">
            <a:extLst xmlns:a="http://schemas.openxmlformats.org/drawingml/2006/main">
              <a:ext uri="{FF2B5EF4-FFF2-40B4-BE49-F238E27FC236}">
                <a16:creationId xmlns:a16="http://schemas.microsoft.com/office/drawing/2014/main" id="{AF757FC1-51B4-4F4C-BF99-D54D92B5D62D}"/>
              </a:ext>
            </a:extLst>
          </p:cNvPr>
          <p:cNvSpPr>
            <a:spLocks xmlns:a="http://schemas.openxmlformats.org/drawingml/2006/main" noGrp="1"/>
          </p:cNvSpPr>
          <p:nvPr/>
        </p:nvSpPr>
        <p:spPr>
          <a:xfrm xmlns:a="http://schemas.openxmlformats.org/drawingml/2006/main">
            <a:off x="34290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Developer</a:t>
            </a:r>
          </a:p>
        </p:txBody>
      </p:sp>
      <p:sp>
        <p:nvSpPr>
          <p:cNvPr id="8" name="text-27">
            <a:extLst xmlns:a="http://schemas.openxmlformats.org/drawingml/2006/main">
              <a:ext uri="{FF2B5EF4-FFF2-40B4-BE49-F238E27FC236}">
                <a16:creationId xmlns:a16="http://schemas.microsoft.com/office/drawing/2014/main" id="{F2D49C20-DCE7-449D-868F-1000726F3522}"/>
              </a:ext>
            </a:extLst>
          </p:cNvPr>
          <p:cNvSpPr>
            <a:spLocks xmlns:a="http://schemas.openxmlformats.org/drawingml/2006/main" noGrp="1"/>
          </p:cNvSpPr>
          <p:nvPr/>
        </p:nvSpPr>
        <p:spPr>
          <a:xfrm xmlns:a="http://schemas.openxmlformats.org/drawingml/2006/main">
            <a:off x="34290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Website support</a:t>
            </a:r>
          </a:p>
        </p:txBody>
      </p:sp>
      <p:sp>
        <p:nvSpPr>
          <p:cNvPr id="9" name="text-28">
            <a:extLst xmlns:a="http://schemas.openxmlformats.org/drawingml/2006/main">
              <a:ext uri="{FF2B5EF4-FFF2-40B4-BE49-F238E27FC236}">
                <a16:creationId xmlns:a16="http://schemas.microsoft.com/office/drawing/2014/main" id="{8794A342-2CF9-473D-BA29-EEE35A78CE3E}"/>
              </a:ext>
            </a:extLst>
          </p:cNvPr>
          <p:cNvSpPr>
            <a:spLocks xmlns:a="http://schemas.openxmlformats.org/drawingml/2006/main" noGrp="1"/>
          </p:cNvSpPr>
          <p:nvPr/>
        </p:nvSpPr>
        <p:spPr>
          <a:xfrm xmlns:a="http://schemas.openxmlformats.org/drawingml/2006/main">
            <a:off x="34290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Maintenance, troubleshooting,</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small improvements</a:t>
            </a:r>
          </a:p>
        </p:txBody>
      </p:sp>
      <p:sp>
        <p:nvSpPr>
          <p:cNvPr id="10" name="text-29">
            <a:extLst xmlns:a="http://schemas.openxmlformats.org/drawingml/2006/main">
              <a:ext uri="{FF2B5EF4-FFF2-40B4-BE49-F238E27FC236}">
                <a16:creationId xmlns:a16="http://schemas.microsoft.com/office/drawing/2014/main" id="{7331C447-BFDD-4CB5-8499-86E8E1DC6537}"/>
              </a:ext>
            </a:extLst>
          </p:cNvPr>
          <p:cNvSpPr>
            <a:spLocks xmlns:a="http://schemas.openxmlformats.org/drawingml/2006/main" noGrp="1"/>
          </p:cNvSpPr>
          <p:nvPr/>
        </p:nvSpPr>
        <p:spPr>
          <a:xfrm xmlns:a="http://schemas.openxmlformats.org/drawingml/2006/main">
            <a:off x="619125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Designer</a:t>
            </a:r>
          </a:p>
        </p:txBody>
      </p:sp>
      <p:sp>
        <p:nvSpPr>
          <p:cNvPr id="11" name="text-30">
            <a:extLst xmlns:a="http://schemas.openxmlformats.org/drawingml/2006/main">
              <a:ext uri="{FF2B5EF4-FFF2-40B4-BE49-F238E27FC236}">
                <a16:creationId xmlns:a16="http://schemas.microsoft.com/office/drawing/2014/main" id="{2377ECE4-08A7-4416-8DDA-8D147465F386}"/>
              </a:ext>
            </a:extLst>
          </p:cNvPr>
          <p:cNvSpPr>
            <a:spLocks xmlns:a="http://schemas.openxmlformats.org/drawingml/2006/main" noGrp="1"/>
          </p:cNvSpPr>
          <p:nvPr/>
        </p:nvSpPr>
        <p:spPr>
          <a:xfrm xmlns:a="http://schemas.openxmlformats.org/drawingml/2006/main">
            <a:off x="619125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Visual content</a:t>
            </a:r>
          </a:p>
        </p:txBody>
      </p:sp>
      <p:sp>
        <p:nvSpPr>
          <p:cNvPr id="12" name="text-31">
            <a:extLst xmlns:a="http://schemas.openxmlformats.org/drawingml/2006/main">
              <a:ext uri="{FF2B5EF4-FFF2-40B4-BE49-F238E27FC236}">
                <a16:creationId xmlns:a16="http://schemas.microsoft.com/office/drawing/2014/main" id="{B40FCE3F-D0A3-433C-A85C-41F5813A9858}"/>
              </a:ext>
            </a:extLst>
          </p:cNvPr>
          <p:cNvSpPr>
            <a:spLocks xmlns:a="http://schemas.openxmlformats.org/drawingml/2006/main" noGrp="1"/>
          </p:cNvSpPr>
          <p:nvPr/>
        </p:nvSpPr>
        <p:spPr>
          <a:xfrm xmlns:a="http://schemas.openxmlformats.org/drawingml/2006/main">
            <a:off x="619125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Class flyers, social graphics,</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and newsletter artwork</a:t>
            </a:r>
          </a:p>
        </p:txBody>
      </p:sp>
      <p:sp>
        <p:nvSpPr>
          <p:cNvPr id="13" name="text-32">
            <a:extLst xmlns:a="http://schemas.openxmlformats.org/drawingml/2006/main">
              <a:ext uri="{FF2B5EF4-FFF2-40B4-BE49-F238E27FC236}">
                <a16:creationId xmlns:a16="http://schemas.microsoft.com/office/drawing/2014/main" id="{10D9B67D-7FD9-4E5B-953D-8A9D036BEEE8}"/>
              </a:ext>
            </a:extLst>
          </p:cNvPr>
          <p:cNvSpPr>
            <a:spLocks xmlns:a="http://schemas.openxmlformats.org/drawingml/2006/main" noGrp="1"/>
          </p:cNvSpPr>
          <p:nvPr/>
        </p:nvSpPr>
        <p:spPr>
          <a:xfrm xmlns:a="http://schemas.openxmlformats.org/drawingml/2006/main">
            <a:off x="8953500" y="20955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Assistant</a:t>
            </a:r>
          </a:p>
        </p:txBody>
      </p:sp>
      <p:sp>
        <p:nvSpPr>
          <p:cNvPr id="14" name="text-33">
            <a:extLst xmlns:a="http://schemas.openxmlformats.org/drawingml/2006/main">
              <a:ext uri="{FF2B5EF4-FFF2-40B4-BE49-F238E27FC236}">
                <a16:creationId xmlns:a16="http://schemas.microsoft.com/office/drawing/2014/main" id="{B11DA244-DE42-47FD-95EF-BA69686C46C4}"/>
              </a:ext>
            </a:extLst>
          </p:cNvPr>
          <p:cNvSpPr>
            <a:spLocks xmlns:a="http://schemas.openxmlformats.org/drawingml/2006/main" noGrp="1"/>
          </p:cNvSpPr>
          <p:nvPr/>
        </p:nvSpPr>
        <p:spPr>
          <a:xfrm xmlns:a="http://schemas.openxmlformats.org/drawingml/2006/main">
            <a:off x="8953500" y="285750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Content and admin</a:t>
            </a:r>
          </a:p>
        </p:txBody>
      </p:sp>
      <p:sp>
        <p:nvSpPr>
          <p:cNvPr id="15" name="text-34">
            <a:extLst xmlns:a="http://schemas.openxmlformats.org/drawingml/2006/main">
              <a:ext uri="{FF2B5EF4-FFF2-40B4-BE49-F238E27FC236}">
                <a16:creationId xmlns:a16="http://schemas.microsoft.com/office/drawing/2014/main" id="{07FBB3FD-E74E-408D-813A-C48F006800AE}"/>
              </a:ext>
            </a:extLst>
          </p:cNvPr>
          <p:cNvSpPr>
            <a:spLocks xmlns:a="http://schemas.openxmlformats.org/drawingml/2006/main" noGrp="1"/>
          </p:cNvSpPr>
          <p:nvPr/>
        </p:nvSpPr>
        <p:spPr>
          <a:xfrm xmlns:a="http://schemas.openxmlformats.org/drawingml/2006/main">
            <a:off x="8953500" y="3810000"/>
            <a:ext cx="247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66163"/>
                </a:solidFill>
                <a:latin typeface="Arial"/>
                <a:ea typeface="Arial"/>
                <a:cs typeface="Arial"/>
              </a:defRPr>
            </a:defPPr>
            <a:lvl1pPr>
              <a:defRPr sz="1800" b="0">
                <a:solidFill>
                  <a:srgbClr val="466163"/>
                </a:solidFill>
                <a:latin typeface="Arial"/>
                <a:ea typeface="Arial"/>
                <a:cs typeface="Arial"/>
              </a:defRPr>
            </a:lvl1pPr>
            <a:lvl2pPr>
              <a:defRPr sz="1800" b="0">
                <a:solidFill>
                  <a:srgbClr val="466163"/>
                </a:solidFill>
                <a:latin typeface="Arial"/>
                <a:ea typeface="Arial"/>
                <a:cs typeface="Arial"/>
              </a:defRPr>
            </a:lvl2pPr>
            <a:lvl3pPr>
              <a:defRPr sz="1800" b="0">
                <a:solidFill>
                  <a:srgbClr val="466163"/>
                </a:solidFill>
                <a:latin typeface="Arial"/>
                <a:ea typeface="Arial"/>
                <a:cs typeface="Arial"/>
              </a:defRPr>
            </a:lvl3pPr>
            <a:lvl4pPr>
              <a:defRPr sz="1800" b="0">
                <a:solidFill>
                  <a:srgbClr val="466163"/>
                </a:solidFill>
                <a:latin typeface="Arial"/>
                <a:ea typeface="Arial"/>
                <a:cs typeface="Arial"/>
              </a:defRPr>
            </a:lvl4pPr>
            <a:lvl5pPr>
              <a:defRPr sz="1800" b="0">
                <a:solidFill>
                  <a:srgbClr val="466163"/>
                </a:solidFill>
                <a:latin typeface="Arial"/>
                <a:ea typeface="Arial"/>
                <a:cs typeface="Arial"/>
              </a:defRPr>
            </a:lvl5pPr>
            <a:lvl6pPr>
              <a:defRPr sz="1800" b="0">
                <a:solidFill>
                  <a:srgbClr val="466163"/>
                </a:solidFill>
                <a:latin typeface="Arial"/>
                <a:ea typeface="Arial"/>
                <a:cs typeface="Arial"/>
              </a:defRPr>
            </a:lvl6pPr>
            <a:lvl7pPr>
              <a:defRPr sz="1800" b="0">
                <a:solidFill>
                  <a:srgbClr val="466163"/>
                </a:solidFill>
                <a:latin typeface="Arial"/>
                <a:ea typeface="Arial"/>
                <a:cs typeface="Arial"/>
              </a:defRPr>
            </a:lvl7pPr>
            <a:lvl8pPr>
              <a:defRPr sz="1800" b="0">
                <a:solidFill>
                  <a:srgbClr val="466163"/>
                </a:solidFill>
                <a:latin typeface="Arial"/>
                <a:ea typeface="Arial"/>
                <a:cs typeface="Arial"/>
              </a:defRPr>
            </a:lvl8pPr>
            <a:lvl9pPr>
              <a:defRPr sz="1800" b="0">
                <a:solidFill>
                  <a:srgbClr val="466163"/>
                </a:solidFill>
                <a:latin typeface="Arial"/>
                <a:ea typeface="Arial"/>
                <a:cs typeface="Arial"/>
              </a:defRPr>
            </a:lvl9pPr>
          </a:lstStyle>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Recipe uploads, newsletter</a:t>
            </a:r>
          </a:p>
          <a:p xmlns:a="http://schemas.openxmlformats.org/drawingml/2006/main">
            <a:pPr>
              <a:defRPr sz="1800" b="0">
                <a:solidFill>
                  <a:srgbClr val="466163"/>
                </a:solidFill>
                <a:latin typeface="Arial"/>
                <a:ea typeface="Arial"/>
                <a:cs typeface="Arial"/>
              </a:defRPr>
            </a:pPr>
            <a:r>
              <a:rPr sz="1800" b="0">
                <a:solidFill>
                  <a:srgbClr val="466163"/>
                </a:solidFill>
                <a:latin typeface="Arial"/>
                <a:ea typeface="Arial"/>
                <a:cs typeface="Arial"/>
              </a:rPr>
              <a:t>formatting, and draft replies</a:t>
            </a:r>
          </a:p>
        </p:txBody>
      </p:sp>
      <p:sp>
        <p:nvSpPr>
          <p:cNvPr id="16" name="text-35">
            <a:extLst xmlns:a="http://schemas.openxmlformats.org/drawingml/2006/main">
              <a:ext uri="{FF2B5EF4-FFF2-40B4-BE49-F238E27FC236}">
                <a16:creationId xmlns:a16="http://schemas.microsoft.com/office/drawing/2014/main" id="{79906B1C-D312-4FA1-B14B-5BCC8748357A}"/>
              </a:ext>
            </a:extLst>
          </p:cNvPr>
          <p:cNvSpPr>
            <a:spLocks xmlns:a="http://schemas.openxmlformats.org/drawingml/2006/main" noGrp="1"/>
          </p:cNvSpPr>
          <p:nvPr/>
        </p:nvSpPr>
        <p:spPr>
          <a:xfrm xmlns:a="http://schemas.openxmlformats.org/drawingml/2006/main">
            <a:off x="666750"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73D40"/>
                </a:solidFill>
                <a:latin typeface="Arial"/>
                <a:ea typeface="Arial"/>
                <a:cs typeface="Arial"/>
              </a:defRPr>
            </a:defPPr>
            <a:lvl1pPr>
              <a:defRPr sz="2025" b="1">
                <a:solidFill>
                  <a:srgbClr val="173D40"/>
                </a:solidFill>
                <a:latin typeface="Arial"/>
                <a:ea typeface="Arial"/>
                <a:cs typeface="Arial"/>
              </a:defRPr>
            </a:lvl1pPr>
            <a:lvl2pPr>
              <a:defRPr sz="2025" b="1">
                <a:solidFill>
                  <a:srgbClr val="173D40"/>
                </a:solidFill>
                <a:latin typeface="Arial"/>
                <a:ea typeface="Arial"/>
                <a:cs typeface="Arial"/>
              </a:defRPr>
            </a:lvl2pPr>
            <a:lvl3pPr>
              <a:defRPr sz="2025" b="1">
                <a:solidFill>
                  <a:srgbClr val="173D40"/>
                </a:solidFill>
                <a:latin typeface="Arial"/>
                <a:ea typeface="Arial"/>
                <a:cs typeface="Arial"/>
              </a:defRPr>
            </a:lvl3pPr>
            <a:lvl4pPr>
              <a:defRPr sz="2025" b="1">
                <a:solidFill>
                  <a:srgbClr val="173D40"/>
                </a:solidFill>
                <a:latin typeface="Arial"/>
                <a:ea typeface="Arial"/>
                <a:cs typeface="Arial"/>
              </a:defRPr>
            </a:lvl4pPr>
            <a:lvl5pPr>
              <a:defRPr sz="2025" b="1">
                <a:solidFill>
                  <a:srgbClr val="173D40"/>
                </a:solidFill>
                <a:latin typeface="Arial"/>
                <a:ea typeface="Arial"/>
                <a:cs typeface="Arial"/>
              </a:defRPr>
            </a:lvl5pPr>
            <a:lvl6pPr>
              <a:defRPr sz="2025" b="1">
                <a:solidFill>
                  <a:srgbClr val="173D40"/>
                </a:solidFill>
                <a:latin typeface="Arial"/>
                <a:ea typeface="Arial"/>
                <a:cs typeface="Arial"/>
              </a:defRPr>
            </a:lvl6pPr>
            <a:lvl7pPr>
              <a:defRPr sz="2025" b="1">
                <a:solidFill>
                  <a:srgbClr val="173D40"/>
                </a:solidFill>
                <a:latin typeface="Arial"/>
                <a:ea typeface="Arial"/>
                <a:cs typeface="Arial"/>
              </a:defRPr>
            </a:lvl7pPr>
            <a:lvl8pPr>
              <a:defRPr sz="2025" b="1">
                <a:solidFill>
                  <a:srgbClr val="173D40"/>
                </a:solidFill>
                <a:latin typeface="Arial"/>
                <a:ea typeface="Arial"/>
                <a:cs typeface="Arial"/>
              </a:defRPr>
            </a:lvl8pPr>
            <a:lvl9pPr>
              <a:defRPr sz="2025" b="1">
                <a:solidFill>
                  <a:srgbClr val="173D40"/>
                </a:solidFill>
                <a:latin typeface="Arial"/>
                <a:ea typeface="Arial"/>
                <a:cs typeface="Arial"/>
              </a:defRPr>
            </a:lvl9pPr>
          </a:lstStyle>
          <a:p xmlns:a="http://schemas.openxmlformats.org/drawingml/2006/main">
            <a:pPr>
              <a:defRPr sz="2025" b="1">
                <a:solidFill>
                  <a:srgbClr val="173D40"/>
                </a:solidFill>
                <a:latin typeface="Arial"/>
                <a:ea typeface="Arial"/>
                <a:cs typeface="Arial"/>
              </a:defRPr>
            </a:pPr>
            <a:r>
              <a:rPr sz="2025" b="1">
                <a:solidFill>
                  <a:srgbClr val="173D40"/>
                </a:solidFill>
                <a:latin typeface="Arial"/>
                <a:ea typeface="Arial"/>
                <a:cs typeface="Arial"/>
              </a:rPr>
              <a:t>Access to several skills within an agreed monthly allowance</a:t>
            </a:r>
          </a:p>
        </p:txBody>
      </p:sp>
    </p:spTree>
    <p:extLst>
      <p:ext uri="{BB962C8B-B14F-4D97-AF65-F5344CB8AC3E}">
        <p14:creationId xmlns:p14="http://schemas.microsoft.com/office/powerpoint/2010/main" val="126852388"/>
      </p:ext>
    </p:extLst>
  </p:cSld>
</p:sld>
</file>

<file path=ppt/slides/slide6.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36">
            <a:extLst xmlns:a="http://schemas.openxmlformats.org/drawingml/2006/main">
              <a:ext uri="{FF2B5EF4-FFF2-40B4-BE49-F238E27FC236}">
                <a16:creationId xmlns:a16="http://schemas.microsoft.com/office/drawing/2014/main" id="{690EAA6D-B9A6-4120-90AF-87852F6FDF0F}"/>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One newsletter can support several updates</a:t>
            </a:r>
          </a:p>
        </p:txBody>
      </p:sp>
      <p:sp>
        <p:nvSpPr>
          <p:cNvPr id="2" name="text-37">
            <a:extLst xmlns:a="http://schemas.openxmlformats.org/drawingml/2006/main">
              <a:ext uri="{FF2B5EF4-FFF2-40B4-BE49-F238E27FC236}">
                <a16:creationId xmlns:a16="http://schemas.microsoft.com/office/drawing/2014/main" id="{560C3A5B-E0FC-4405-B9CD-528AADED2260}"/>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38">
            <a:extLst xmlns:a="http://schemas.openxmlformats.org/drawingml/2006/main">
              <a:ext uri="{FF2B5EF4-FFF2-40B4-BE49-F238E27FC236}">
                <a16:creationId xmlns:a16="http://schemas.microsoft.com/office/drawing/2014/main" id="{D1ED0607-8B8C-4EEC-900D-091E0677D8D6}"/>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76F811FC-3EFB-4AEC-8150-67E3D902BFB9}"/>
              </a:ext>
            </a:extLst>
          </p:cNvPr>
          <p:cNvGraphicFramePr/>
          <p:nvPr/>
        </p:nvGraphicFramePr>
        <p:xfrm>
          <a:off xmlns:a="http://schemas.openxmlformats.org/drawingml/2006/main" x="666750" y="1809750"/>
          <a:ext xmlns:a="http://schemas.openxmlformats.org/drawingml/2006/main" cx="10858500" cy="3143250"/>
        </p:xfrm>
        <a:graphic xmlns:a="http://schemas.openxmlformats.org/drawingml/2006/main">
          <a:graphicData uri="http://schemas.openxmlformats.org/drawingml/2006/table">
            <a:tbl>
              <a:tblPr/>
              <a:tblGrid>
                <a:gridCol w="4762500"/>
                <a:gridCol w="6096000"/>
              </a:tblGrid>
              <a:tr h="785813">
                <a:tc>
                  <a:txBody>
                    <a:bodyPr lIns="152400" tIns="152400" rIns="152400" bIns="152400"/>
                    <a:lstStyle/>
                    <a:p>
                      <a:r>
                        <a:rPr sz="1800" b="1">
                          <a:solidFill>
                            <a:srgbClr val="FFFFFF"/>
                          </a:solidFill>
                          <a:latin typeface="Arial"/>
                          <a:ea typeface="Arial"/>
                          <a:cs typeface="Arial"/>
                        </a:rPr>
                        <a:t>Amber provides</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800" b="1">
                          <a:solidFill>
                            <a:srgbClr val="FFFFFF"/>
                          </a:solidFill>
                          <a:latin typeface="Arial"/>
                          <a:ea typeface="Arial"/>
                          <a:cs typeface="Arial"/>
                        </a:rPr>
                        <a:t>The team prepares</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785813">
                <a:tc>
                  <a:txBody>
                    <a:bodyPr lIns="152400" tIns="152400" rIns="152400" bIns="152400"/>
                    <a:lstStyle/>
                    <a:p>
                      <a:r>
                        <a:rPr sz="1800" b="0">
                          <a:solidFill>
                            <a:srgbClr val="173D40"/>
                          </a:solidFill>
                          <a:latin typeface="Arial"/>
                          <a:ea typeface="Arial"/>
                          <a:cs typeface="Arial"/>
                        </a:rPr>
                        <a:t>A recipe, story, or class announcement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A formatted newsletter draft</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785813">
                <a:tc>
                  <a:txBody>
                    <a:bodyPr lIns="152400" tIns="152400" rIns="152400" bIns="152400"/>
                    <a:lstStyle/>
                    <a:p>
                      <a:r>
                        <a:rPr sz="1800" b="0">
                          <a:solidFill>
                            <a:srgbClr val="173D40"/>
                          </a:solidFill>
                          <a:latin typeface="Arial"/>
                          <a:ea typeface="Arial"/>
                          <a:cs typeface="Arial"/>
                        </a:rPr>
                        <a:t>Approved photos and event details</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800" b="0">
                          <a:solidFill>
                            <a:srgbClr val="173D40"/>
                          </a:solidFill>
                          <a:latin typeface="Arial"/>
                          <a:ea typeface="Arial"/>
                          <a:cs typeface="Arial"/>
                        </a:rPr>
                        <a:t>Matching promotional graphics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785813">
                <a:tc>
                  <a:txBody>
                    <a:bodyPr lIns="152400" tIns="152400" rIns="152400" bIns="152400"/>
                    <a:lstStyle/>
                    <a:p>
                      <a:r>
                        <a:rPr sz="1800" b="0">
                          <a:solidFill>
                            <a:srgbClr val="173D40"/>
                          </a:solidFill>
                          <a:latin typeface="Arial"/>
                          <a:ea typeface="Arial"/>
                          <a:cs typeface="Arial"/>
                        </a:rPr>
                        <a:t>Final edits and approval</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800" b="0">
                          <a:solidFill>
                            <a:srgbClr val="173D40"/>
                          </a:solidFill>
                          <a:latin typeface="Arial"/>
                          <a:ea typeface="Arial"/>
                          <a:cs typeface="Arial"/>
                        </a:rPr>
                        <a:t>The approved website or archive update</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bl>
          </a:graphicData>
        </a:graphic>
      </p:graphicFrame>
      <p:sp>
        <p:nvSpPr>
          <p:cNvPr id="5" name="text-39">
            <a:extLst xmlns:a="http://schemas.openxmlformats.org/drawingml/2006/main">
              <a:ext uri="{FF2B5EF4-FFF2-40B4-BE49-F238E27FC236}">
                <a16:creationId xmlns:a16="http://schemas.microsoft.com/office/drawing/2014/main" id="{4E8311E9-7798-47F3-B19F-50024DA583C2}"/>
              </a:ext>
            </a:extLst>
          </p:cNvPr>
          <p:cNvSpPr>
            <a:spLocks xmlns:a="http://schemas.openxmlformats.org/drawingml/2006/main" noGrp="1"/>
          </p:cNvSpPr>
          <p:nvPr/>
        </p:nvSpPr>
        <p:spPr>
          <a:xfrm xmlns:a="http://schemas.openxmlformats.org/drawingml/2006/main">
            <a:off x="666750" y="5429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367577"/>
                </a:solidFill>
                <a:latin typeface="Arial"/>
                <a:ea typeface="Arial"/>
                <a:cs typeface="Arial"/>
              </a:defRPr>
            </a:defPPr>
            <a:lvl1pPr>
              <a:defRPr sz="2175" b="1">
                <a:solidFill>
                  <a:srgbClr val="367577"/>
                </a:solidFill>
                <a:latin typeface="Arial"/>
                <a:ea typeface="Arial"/>
                <a:cs typeface="Arial"/>
              </a:defRPr>
            </a:lvl1pPr>
            <a:lvl2pPr>
              <a:defRPr sz="2175" b="1">
                <a:solidFill>
                  <a:srgbClr val="367577"/>
                </a:solidFill>
                <a:latin typeface="Arial"/>
                <a:ea typeface="Arial"/>
                <a:cs typeface="Arial"/>
              </a:defRPr>
            </a:lvl2pPr>
            <a:lvl3pPr>
              <a:defRPr sz="2175" b="1">
                <a:solidFill>
                  <a:srgbClr val="367577"/>
                </a:solidFill>
                <a:latin typeface="Arial"/>
                <a:ea typeface="Arial"/>
                <a:cs typeface="Arial"/>
              </a:defRPr>
            </a:lvl3pPr>
            <a:lvl4pPr>
              <a:defRPr sz="2175" b="1">
                <a:solidFill>
                  <a:srgbClr val="367577"/>
                </a:solidFill>
                <a:latin typeface="Arial"/>
                <a:ea typeface="Arial"/>
                <a:cs typeface="Arial"/>
              </a:defRPr>
            </a:lvl4pPr>
            <a:lvl5pPr>
              <a:defRPr sz="2175" b="1">
                <a:solidFill>
                  <a:srgbClr val="367577"/>
                </a:solidFill>
                <a:latin typeface="Arial"/>
                <a:ea typeface="Arial"/>
                <a:cs typeface="Arial"/>
              </a:defRPr>
            </a:lvl5pPr>
            <a:lvl6pPr>
              <a:defRPr sz="2175" b="1">
                <a:solidFill>
                  <a:srgbClr val="367577"/>
                </a:solidFill>
                <a:latin typeface="Arial"/>
                <a:ea typeface="Arial"/>
                <a:cs typeface="Arial"/>
              </a:defRPr>
            </a:lvl6pPr>
            <a:lvl7pPr>
              <a:defRPr sz="2175" b="1">
                <a:solidFill>
                  <a:srgbClr val="367577"/>
                </a:solidFill>
                <a:latin typeface="Arial"/>
                <a:ea typeface="Arial"/>
                <a:cs typeface="Arial"/>
              </a:defRPr>
            </a:lvl7pPr>
            <a:lvl8pPr>
              <a:defRPr sz="2175" b="1">
                <a:solidFill>
                  <a:srgbClr val="367577"/>
                </a:solidFill>
                <a:latin typeface="Arial"/>
                <a:ea typeface="Arial"/>
                <a:cs typeface="Arial"/>
              </a:defRPr>
            </a:lvl8pPr>
            <a:lvl9pPr>
              <a:defRPr sz="2175" b="1">
                <a:solidFill>
                  <a:srgbClr val="367577"/>
                </a:solidFill>
                <a:latin typeface="Arial"/>
                <a:ea typeface="Arial"/>
                <a:cs typeface="Arial"/>
              </a:defRPr>
            </a:lvl9pPr>
          </a:lstStyle>
          <a:p xmlns:a="http://schemas.openxmlformats.org/drawingml/2006/main">
            <a:pPr>
              <a:defRPr sz="2175" b="1">
                <a:solidFill>
                  <a:srgbClr val="367577"/>
                </a:solidFill>
                <a:latin typeface="Arial"/>
                <a:ea typeface="Arial"/>
                <a:cs typeface="Arial"/>
              </a:defRPr>
            </a:pPr>
            <a:r>
              <a:rPr sz="2175" b="1">
                <a:solidFill>
                  <a:srgbClr val="367577"/>
                </a:solidFill>
                <a:latin typeface="Arial"/>
                <a:ea typeface="Arial"/>
                <a:cs typeface="Arial"/>
              </a:rPr>
              <a:t>A useful starting project for the trial</a:t>
            </a:r>
          </a:p>
        </p:txBody>
      </p:sp>
      <p:sp>
        <p:nvSpPr>
          <p:cNvPr id="6" name="text-40">
            <a:extLst xmlns:a="http://schemas.openxmlformats.org/drawingml/2006/main">
              <a:ext uri="{FF2B5EF4-FFF2-40B4-BE49-F238E27FC236}">
                <a16:creationId xmlns:a16="http://schemas.microsoft.com/office/drawing/2014/main" id="{39B87E49-4EA1-4A85-9276-FB200C977D4F}"/>
              </a:ext>
            </a:extLst>
          </p:cNvPr>
          <p:cNvSpPr>
            <a:spLocks xmlns:a="http://schemas.openxmlformats.org/drawingml/2006/main" noGrp="1"/>
          </p:cNvSpPr>
          <p:nvPr/>
        </p:nvSpPr>
        <p:spPr>
          <a:xfrm xmlns:a="http://schemas.openxmlformats.org/drawingml/2006/main">
            <a:off x="666750" y="58578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466163"/>
                </a:solidFill>
                <a:latin typeface="Arial"/>
                <a:ea typeface="Arial"/>
                <a:cs typeface="Arial"/>
              </a:defRPr>
            </a:defPPr>
            <a:lvl1pPr>
              <a:defRPr sz="1725" b="0">
                <a:solidFill>
                  <a:srgbClr val="466163"/>
                </a:solidFill>
                <a:latin typeface="Arial"/>
                <a:ea typeface="Arial"/>
                <a:cs typeface="Arial"/>
              </a:defRPr>
            </a:lvl1pPr>
            <a:lvl2pPr>
              <a:defRPr sz="1725" b="0">
                <a:solidFill>
                  <a:srgbClr val="466163"/>
                </a:solidFill>
                <a:latin typeface="Arial"/>
                <a:ea typeface="Arial"/>
                <a:cs typeface="Arial"/>
              </a:defRPr>
            </a:lvl2pPr>
            <a:lvl3pPr>
              <a:defRPr sz="1725" b="0">
                <a:solidFill>
                  <a:srgbClr val="466163"/>
                </a:solidFill>
                <a:latin typeface="Arial"/>
                <a:ea typeface="Arial"/>
                <a:cs typeface="Arial"/>
              </a:defRPr>
            </a:lvl3pPr>
            <a:lvl4pPr>
              <a:defRPr sz="1725" b="0">
                <a:solidFill>
                  <a:srgbClr val="466163"/>
                </a:solidFill>
                <a:latin typeface="Arial"/>
                <a:ea typeface="Arial"/>
                <a:cs typeface="Arial"/>
              </a:defRPr>
            </a:lvl4pPr>
            <a:lvl5pPr>
              <a:defRPr sz="1725" b="0">
                <a:solidFill>
                  <a:srgbClr val="466163"/>
                </a:solidFill>
                <a:latin typeface="Arial"/>
                <a:ea typeface="Arial"/>
                <a:cs typeface="Arial"/>
              </a:defRPr>
            </a:lvl5pPr>
            <a:lvl6pPr>
              <a:defRPr sz="1725" b="0">
                <a:solidFill>
                  <a:srgbClr val="466163"/>
                </a:solidFill>
                <a:latin typeface="Arial"/>
                <a:ea typeface="Arial"/>
                <a:cs typeface="Arial"/>
              </a:defRPr>
            </a:lvl6pPr>
            <a:lvl7pPr>
              <a:defRPr sz="1725" b="0">
                <a:solidFill>
                  <a:srgbClr val="466163"/>
                </a:solidFill>
                <a:latin typeface="Arial"/>
                <a:ea typeface="Arial"/>
                <a:cs typeface="Arial"/>
              </a:defRPr>
            </a:lvl7pPr>
            <a:lvl8pPr>
              <a:defRPr sz="1725" b="0">
                <a:solidFill>
                  <a:srgbClr val="466163"/>
                </a:solidFill>
                <a:latin typeface="Arial"/>
                <a:ea typeface="Arial"/>
                <a:cs typeface="Arial"/>
              </a:defRPr>
            </a:lvl8pPr>
            <a:lvl9pPr>
              <a:defRPr sz="1725" b="0">
                <a:solidFill>
                  <a:srgbClr val="466163"/>
                </a:solidFill>
                <a:latin typeface="Arial"/>
                <a:ea typeface="Arial"/>
                <a:cs typeface="Arial"/>
              </a:defRPr>
            </a:lvl9pPr>
          </a:lstStyle>
          <a:p xmlns:a="http://schemas.openxmlformats.org/drawingml/2006/main">
            <a:pPr>
              <a:defRPr sz="1725" b="0">
                <a:solidFill>
                  <a:srgbClr val="466163"/>
                </a:solidFill>
                <a:latin typeface="Arial"/>
                <a:ea typeface="Arial"/>
                <a:cs typeface="Arial"/>
              </a:defRPr>
            </a:pPr>
            <a:r>
              <a:rPr sz="1725" b="0">
                <a:solidFill>
                  <a:srgbClr val="466163"/>
                </a:solidFill>
                <a:latin typeface="Arial"/>
                <a:ea typeface="Arial"/>
                <a:cs typeface="Arial"/>
              </a:rPr>
              <a:t>We estimate the work first and agree what fits the monthly allowance.</a:t>
            </a:r>
          </a:p>
        </p:txBody>
      </p:sp>
    </p:spTree>
    <p:extLst>
      <p:ext uri="{BB962C8B-B14F-4D97-AF65-F5344CB8AC3E}">
        <p14:creationId xmlns:p14="http://schemas.microsoft.com/office/powerpoint/2010/main" val="158239264"/>
      </p:ext>
    </p:extLst>
  </p:cSld>
</p:sld>
</file>

<file path=ppt/slides/slide7.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6" name="text-41">
            <a:extLst xmlns:a="http://schemas.openxmlformats.org/drawingml/2006/main">
              <a:ext uri="{FF2B5EF4-FFF2-40B4-BE49-F238E27FC236}">
                <a16:creationId xmlns:a16="http://schemas.microsoft.com/office/drawing/2014/main" id="{7F6FDA2C-EC5A-4E81-B033-42D0874FC758}"/>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How we would work together</a:t>
            </a:r>
          </a:p>
        </p:txBody>
      </p:sp>
      <p:sp>
        <p:nvSpPr>
          <p:cNvPr id="2" name="text-42">
            <a:extLst xmlns:a="http://schemas.openxmlformats.org/drawingml/2006/main">
              <a:ext uri="{FF2B5EF4-FFF2-40B4-BE49-F238E27FC236}">
                <a16:creationId xmlns:a16="http://schemas.microsoft.com/office/drawing/2014/main" id="{44F26759-3F7F-444F-A014-BDCA41E4EBBD}"/>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43">
            <a:extLst xmlns:a="http://schemas.openxmlformats.org/drawingml/2006/main">
              <a:ext uri="{FF2B5EF4-FFF2-40B4-BE49-F238E27FC236}">
                <a16:creationId xmlns:a16="http://schemas.microsoft.com/office/drawing/2014/main" id="{A95CFE3B-95A8-4A85-84B5-B919098BB484}"/>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07</a:t>
            </a:r>
          </a:p>
        </p:txBody>
      </p:sp>
      <p:sp>
        <p:nvSpPr>
          <p:cNvPr id="4" name="text-44">
            <a:extLst xmlns:a="http://schemas.openxmlformats.org/drawingml/2006/main">
              <a:ext uri="{FF2B5EF4-FFF2-40B4-BE49-F238E27FC236}">
                <a16:creationId xmlns:a16="http://schemas.microsoft.com/office/drawing/2014/main" id="{53198F15-FCD8-4F5D-A2C6-F2E09658F1DA}"/>
              </a:ext>
            </a:extLst>
          </p:cNvPr>
          <p:cNvSpPr>
            <a:spLocks xmlns:a="http://schemas.openxmlformats.org/drawingml/2006/main" noGrp="1"/>
          </p:cNvSpPr>
          <p:nvPr/>
        </p:nvSpPr>
        <p:spPr>
          <a:xfrm xmlns:a="http://schemas.openxmlformats.org/drawingml/2006/main">
            <a:off x="666750" y="180975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01</a:t>
            </a:r>
          </a:p>
        </p:txBody>
      </p:sp>
      <p:sp>
        <p:nvSpPr>
          <p:cNvPr id="5" name="text-45">
            <a:extLst xmlns:a="http://schemas.openxmlformats.org/drawingml/2006/main">
              <a:ext uri="{FF2B5EF4-FFF2-40B4-BE49-F238E27FC236}">
                <a16:creationId xmlns:a16="http://schemas.microsoft.com/office/drawing/2014/main" id="{696740FD-03AB-4E2B-80BF-C8E11D972108}"/>
              </a:ext>
            </a:extLst>
          </p:cNvPr>
          <p:cNvSpPr>
            <a:spLocks xmlns:a="http://schemas.openxmlformats.org/drawingml/2006/main" noGrp="1"/>
          </p:cNvSpPr>
          <p:nvPr/>
        </p:nvSpPr>
        <p:spPr>
          <a:xfrm xmlns:a="http://schemas.openxmlformats.org/drawingml/2006/main">
            <a:off x="1762125" y="18097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Choose priorities</a:t>
            </a:r>
          </a:p>
        </p:txBody>
      </p:sp>
      <p:sp>
        <p:nvSpPr>
          <p:cNvPr id="6" name="text-46">
            <a:extLst xmlns:a="http://schemas.openxmlformats.org/drawingml/2006/main">
              <a:ext uri="{FF2B5EF4-FFF2-40B4-BE49-F238E27FC236}">
                <a16:creationId xmlns:a16="http://schemas.microsoft.com/office/drawing/2014/main" id="{842FDC4F-1B8E-49BB-9D43-609D0A8FB668}"/>
              </a:ext>
            </a:extLst>
          </p:cNvPr>
          <p:cNvSpPr>
            <a:spLocks xmlns:a="http://schemas.openxmlformats.org/drawingml/2006/main" noGrp="1"/>
          </p:cNvSpPr>
          <p:nvPr/>
        </p:nvSpPr>
        <p:spPr>
          <a:xfrm xmlns:a="http://schemas.openxmlformats.org/drawingml/2006/main">
            <a:off x="6096000" y="180975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Amber shares approved materials and the most important tasks.</a:t>
            </a:r>
          </a:p>
        </p:txBody>
      </p:sp>
      <p:sp>
        <p:nvSpPr>
          <p:cNvPr id="7" name="text-47">
            <a:extLst xmlns:a="http://schemas.openxmlformats.org/drawingml/2006/main">
              <a:ext uri="{FF2B5EF4-FFF2-40B4-BE49-F238E27FC236}">
                <a16:creationId xmlns:a16="http://schemas.microsoft.com/office/drawing/2014/main" id="{0B78FB62-8DE1-4745-B233-A44DC0E19702}"/>
              </a:ext>
            </a:extLst>
          </p:cNvPr>
          <p:cNvSpPr>
            <a:spLocks xmlns:a="http://schemas.openxmlformats.org/drawingml/2006/main" noGrp="1"/>
          </p:cNvSpPr>
          <p:nvPr/>
        </p:nvSpPr>
        <p:spPr>
          <a:xfrm xmlns:a="http://schemas.openxmlformats.org/drawingml/2006/main">
            <a:off x="666750" y="28098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02</a:t>
            </a:r>
          </a:p>
        </p:txBody>
      </p:sp>
      <p:sp>
        <p:nvSpPr>
          <p:cNvPr id="8" name="text-48">
            <a:extLst xmlns:a="http://schemas.openxmlformats.org/drawingml/2006/main">
              <a:ext uri="{FF2B5EF4-FFF2-40B4-BE49-F238E27FC236}">
                <a16:creationId xmlns:a16="http://schemas.microsoft.com/office/drawing/2014/main" id="{88B0E47B-97E6-48DF-9DB5-8080D179E884}"/>
              </a:ext>
            </a:extLst>
          </p:cNvPr>
          <p:cNvSpPr>
            <a:spLocks xmlns:a="http://schemas.openxmlformats.org/drawingml/2006/main" noGrp="1"/>
          </p:cNvSpPr>
          <p:nvPr/>
        </p:nvSpPr>
        <p:spPr>
          <a:xfrm xmlns:a="http://schemas.openxmlformats.org/drawingml/2006/main">
            <a:off x="1762125" y="28098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Confirm the plan</a:t>
            </a:r>
          </a:p>
        </p:txBody>
      </p:sp>
      <p:sp>
        <p:nvSpPr>
          <p:cNvPr id="9" name="text-49">
            <a:extLst xmlns:a="http://schemas.openxmlformats.org/drawingml/2006/main">
              <a:ext uri="{FF2B5EF4-FFF2-40B4-BE49-F238E27FC236}">
                <a16:creationId xmlns:a16="http://schemas.microsoft.com/office/drawing/2014/main" id="{DBC8F12A-80D0-4B29-8EDD-1752489443D6}"/>
              </a:ext>
            </a:extLst>
          </p:cNvPr>
          <p:cNvSpPr>
            <a:spLocks xmlns:a="http://schemas.openxmlformats.org/drawingml/2006/main" noGrp="1"/>
          </p:cNvSpPr>
          <p:nvPr/>
        </p:nvSpPr>
        <p:spPr>
          <a:xfrm xmlns:a="http://schemas.openxmlformats.org/drawingml/2006/main">
            <a:off x="6096000" y="280987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Zul checks the scope, time required, and delivery dates.</a:t>
            </a:r>
          </a:p>
        </p:txBody>
      </p:sp>
      <p:sp>
        <p:nvSpPr>
          <p:cNvPr id="10" name="text-50">
            <a:extLst xmlns:a="http://schemas.openxmlformats.org/drawingml/2006/main">
              <a:ext uri="{FF2B5EF4-FFF2-40B4-BE49-F238E27FC236}">
                <a16:creationId xmlns:a16="http://schemas.microsoft.com/office/drawing/2014/main" id="{F8B17ED6-E3A8-4864-A707-ED1CADCEFF5E}"/>
              </a:ext>
            </a:extLst>
          </p:cNvPr>
          <p:cNvSpPr>
            <a:spLocks xmlns:a="http://schemas.openxmlformats.org/drawingml/2006/main" noGrp="1"/>
          </p:cNvSpPr>
          <p:nvPr/>
        </p:nvSpPr>
        <p:spPr>
          <a:xfrm xmlns:a="http://schemas.openxmlformats.org/drawingml/2006/main">
            <a:off x="666750" y="3810000"/>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03</a:t>
            </a:r>
          </a:p>
        </p:txBody>
      </p:sp>
      <p:sp>
        <p:nvSpPr>
          <p:cNvPr id="11" name="text-51">
            <a:extLst xmlns:a="http://schemas.openxmlformats.org/drawingml/2006/main">
              <a:ext uri="{FF2B5EF4-FFF2-40B4-BE49-F238E27FC236}">
                <a16:creationId xmlns:a16="http://schemas.microsoft.com/office/drawing/2014/main" id="{071B3A4F-D7EA-479F-994B-D0111CC1CF7C}"/>
              </a:ext>
            </a:extLst>
          </p:cNvPr>
          <p:cNvSpPr>
            <a:spLocks xmlns:a="http://schemas.openxmlformats.org/drawingml/2006/main" noGrp="1"/>
          </p:cNvSpPr>
          <p:nvPr/>
        </p:nvSpPr>
        <p:spPr>
          <a:xfrm xmlns:a="http://schemas.openxmlformats.org/drawingml/2006/main">
            <a:off x="1762125" y="38100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Prepare and review</a:t>
            </a:r>
          </a:p>
        </p:txBody>
      </p:sp>
      <p:sp>
        <p:nvSpPr>
          <p:cNvPr id="12" name="text-52">
            <a:extLst xmlns:a="http://schemas.openxmlformats.org/drawingml/2006/main">
              <a:ext uri="{FF2B5EF4-FFF2-40B4-BE49-F238E27FC236}">
                <a16:creationId xmlns:a16="http://schemas.microsoft.com/office/drawing/2014/main" id="{E7C638A2-7291-418B-8E1A-EC5EDE88D4C9}"/>
              </a:ext>
            </a:extLst>
          </p:cNvPr>
          <p:cNvSpPr>
            <a:spLocks xmlns:a="http://schemas.openxmlformats.org/drawingml/2006/main" noGrp="1"/>
          </p:cNvSpPr>
          <p:nvPr/>
        </p:nvSpPr>
        <p:spPr>
          <a:xfrm xmlns:a="http://schemas.openxmlformats.org/drawingml/2006/main">
            <a:off x="6096000" y="381000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The team completes drafts. Amber approves public content.</a:t>
            </a:r>
          </a:p>
        </p:txBody>
      </p:sp>
      <p:sp>
        <p:nvSpPr>
          <p:cNvPr id="13" name="text-53">
            <a:extLst xmlns:a="http://schemas.openxmlformats.org/drawingml/2006/main">
              <a:ext uri="{FF2B5EF4-FFF2-40B4-BE49-F238E27FC236}">
                <a16:creationId xmlns:a16="http://schemas.microsoft.com/office/drawing/2014/main" id="{D266AF5F-2067-4B82-8EB0-DB7FFB0FACCD}"/>
              </a:ext>
            </a:extLst>
          </p:cNvPr>
          <p:cNvSpPr>
            <a:spLocks xmlns:a="http://schemas.openxmlformats.org/drawingml/2006/main" noGrp="1"/>
          </p:cNvSpPr>
          <p:nvPr/>
        </p:nvSpPr>
        <p:spPr>
          <a:xfrm xmlns:a="http://schemas.openxmlformats.org/drawingml/2006/main">
            <a:off x="666750" y="481012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367577"/>
                </a:solidFill>
                <a:latin typeface="Arial"/>
                <a:ea typeface="Arial"/>
                <a:cs typeface="Arial"/>
              </a:defRPr>
            </a:defPPr>
            <a:lvl1pPr>
              <a:defRPr sz="2700" b="1">
                <a:solidFill>
                  <a:srgbClr val="367577"/>
                </a:solidFill>
                <a:latin typeface="Arial"/>
                <a:ea typeface="Arial"/>
                <a:cs typeface="Arial"/>
              </a:defRPr>
            </a:lvl1pPr>
            <a:lvl2pPr>
              <a:defRPr sz="2700" b="1">
                <a:solidFill>
                  <a:srgbClr val="367577"/>
                </a:solidFill>
                <a:latin typeface="Arial"/>
                <a:ea typeface="Arial"/>
                <a:cs typeface="Arial"/>
              </a:defRPr>
            </a:lvl2pPr>
            <a:lvl3pPr>
              <a:defRPr sz="2700" b="1">
                <a:solidFill>
                  <a:srgbClr val="367577"/>
                </a:solidFill>
                <a:latin typeface="Arial"/>
                <a:ea typeface="Arial"/>
                <a:cs typeface="Arial"/>
              </a:defRPr>
            </a:lvl3pPr>
            <a:lvl4pPr>
              <a:defRPr sz="2700" b="1">
                <a:solidFill>
                  <a:srgbClr val="367577"/>
                </a:solidFill>
                <a:latin typeface="Arial"/>
                <a:ea typeface="Arial"/>
                <a:cs typeface="Arial"/>
              </a:defRPr>
            </a:lvl4pPr>
            <a:lvl5pPr>
              <a:defRPr sz="2700" b="1">
                <a:solidFill>
                  <a:srgbClr val="367577"/>
                </a:solidFill>
                <a:latin typeface="Arial"/>
                <a:ea typeface="Arial"/>
                <a:cs typeface="Arial"/>
              </a:defRPr>
            </a:lvl5pPr>
            <a:lvl6pPr>
              <a:defRPr sz="2700" b="1">
                <a:solidFill>
                  <a:srgbClr val="367577"/>
                </a:solidFill>
                <a:latin typeface="Arial"/>
                <a:ea typeface="Arial"/>
                <a:cs typeface="Arial"/>
              </a:defRPr>
            </a:lvl6pPr>
            <a:lvl7pPr>
              <a:defRPr sz="2700" b="1">
                <a:solidFill>
                  <a:srgbClr val="367577"/>
                </a:solidFill>
                <a:latin typeface="Arial"/>
                <a:ea typeface="Arial"/>
                <a:cs typeface="Arial"/>
              </a:defRPr>
            </a:lvl7pPr>
            <a:lvl8pPr>
              <a:defRPr sz="2700" b="1">
                <a:solidFill>
                  <a:srgbClr val="367577"/>
                </a:solidFill>
                <a:latin typeface="Arial"/>
                <a:ea typeface="Arial"/>
                <a:cs typeface="Arial"/>
              </a:defRPr>
            </a:lvl8pPr>
            <a:lvl9pPr>
              <a:defRPr sz="2700" b="1">
                <a:solidFill>
                  <a:srgbClr val="367577"/>
                </a:solidFill>
                <a:latin typeface="Arial"/>
                <a:ea typeface="Arial"/>
                <a:cs typeface="Arial"/>
              </a:defRPr>
            </a:lvl9pPr>
          </a:lstStyle>
          <a:p xmlns:a="http://schemas.openxmlformats.org/drawingml/2006/main">
            <a:pPr>
              <a:defRPr sz="2700" b="1">
                <a:solidFill>
                  <a:srgbClr val="367577"/>
                </a:solidFill>
                <a:latin typeface="Arial"/>
                <a:ea typeface="Arial"/>
                <a:cs typeface="Arial"/>
              </a:defRPr>
            </a:pPr>
            <a:r>
              <a:rPr sz="2700" b="1">
                <a:solidFill>
                  <a:srgbClr val="367577"/>
                </a:solidFill>
                <a:latin typeface="Arial"/>
                <a:ea typeface="Arial"/>
                <a:cs typeface="Arial"/>
              </a:rPr>
              <a:t>04</a:t>
            </a:r>
          </a:p>
        </p:txBody>
      </p:sp>
      <p:sp>
        <p:nvSpPr>
          <p:cNvPr id="14" name="text-54">
            <a:extLst xmlns:a="http://schemas.openxmlformats.org/drawingml/2006/main">
              <a:ext uri="{FF2B5EF4-FFF2-40B4-BE49-F238E27FC236}">
                <a16:creationId xmlns:a16="http://schemas.microsoft.com/office/drawing/2014/main" id="{F0396441-4996-4443-8C99-DAF28DC83519}"/>
              </a:ext>
            </a:extLst>
          </p:cNvPr>
          <p:cNvSpPr>
            <a:spLocks xmlns:a="http://schemas.openxmlformats.org/drawingml/2006/main" noGrp="1"/>
          </p:cNvSpPr>
          <p:nvPr/>
        </p:nvSpPr>
        <p:spPr>
          <a:xfrm xmlns:a="http://schemas.openxmlformats.org/drawingml/2006/main">
            <a:off x="1762125" y="481012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73D40"/>
                </a:solidFill>
                <a:latin typeface="Arial"/>
                <a:ea typeface="Arial"/>
                <a:cs typeface="Arial"/>
              </a:defRPr>
            </a:defPPr>
            <a:lvl1pPr>
              <a:defRPr sz="2175" b="1">
                <a:solidFill>
                  <a:srgbClr val="173D40"/>
                </a:solidFill>
                <a:latin typeface="Arial"/>
                <a:ea typeface="Arial"/>
                <a:cs typeface="Arial"/>
              </a:defRPr>
            </a:lvl1pPr>
            <a:lvl2pPr>
              <a:defRPr sz="2175" b="1">
                <a:solidFill>
                  <a:srgbClr val="173D40"/>
                </a:solidFill>
                <a:latin typeface="Arial"/>
                <a:ea typeface="Arial"/>
                <a:cs typeface="Arial"/>
              </a:defRPr>
            </a:lvl2pPr>
            <a:lvl3pPr>
              <a:defRPr sz="2175" b="1">
                <a:solidFill>
                  <a:srgbClr val="173D40"/>
                </a:solidFill>
                <a:latin typeface="Arial"/>
                <a:ea typeface="Arial"/>
                <a:cs typeface="Arial"/>
              </a:defRPr>
            </a:lvl3pPr>
            <a:lvl4pPr>
              <a:defRPr sz="2175" b="1">
                <a:solidFill>
                  <a:srgbClr val="173D40"/>
                </a:solidFill>
                <a:latin typeface="Arial"/>
                <a:ea typeface="Arial"/>
                <a:cs typeface="Arial"/>
              </a:defRPr>
            </a:lvl4pPr>
            <a:lvl5pPr>
              <a:defRPr sz="2175" b="1">
                <a:solidFill>
                  <a:srgbClr val="173D40"/>
                </a:solidFill>
                <a:latin typeface="Arial"/>
                <a:ea typeface="Arial"/>
                <a:cs typeface="Arial"/>
              </a:defRPr>
            </a:lvl5pPr>
            <a:lvl6pPr>
              <a:defRPr sz="2175" b="1">
                <a:solidFill>
                  <a:srgbClr val="173D40"/>
                </a:solidFill>
                <a:latin typeface="Arial"/>
                <a:ea typeface="Arial"/>
                <a:cs typeface="Arial"/>
              </a:defRPr>
            </a:lvl6pPr>
            <a:lvl7pPr>
              <a:defRPr sz="2175" b="1">
                <a:solidFill>
                  <a:srgbClr val="173D40"/>
                </a:solidFill>
                <a:latin typeface="Arial"/>
                <a:ea typeface="Arial"/>
                <a:cs typeface="Arial"/>
              </a:defRPr>
            </a:lvl7pPr>
            <a:lvl8pPr>
              <a:defRPr sz="2175" b="1">
                <a:solidFill>
                  <a:srgbClr val="173D40"/>
                </a:solidFill>
                <a:latin typeface="Arial"/>
                <a:ea typeface="Arial"/>
                <a:cs typeface="Arial"/>
              </a:defRPr>
            </a:lvl8pPr>
            <a:lvl9pPr>
              <a:defRPr sz="2175" b="1">
                <a:solidFill>
                  <a:srgbClr val="173D40"/>
                </a:solidFill>
                <a:latin typeface="Arial"/>
                <a:ea typeface="Arial"/>
                <a:cs typeface="Arial"/>
              </a:defRPr>
            </a:lvl9pPr>
          </a:lstStyle>
          <a:p xmlns:a="http://schemas.openxmlformats.org/drawingml/2006/main">
            <a:pPr>
              <a:defRPr sz="2175" b="1">
                <a:solidFill>
                  <a:srgbClr val="173D40"/>
                </a:solidFill>
                <a:latin typeface="Arial"/>
                <a:ea typeface="Arial"/>
                <a:cs typeface="Arial"/>
              </a:defRPr>
            </a:pPr>
            <a:r>
              <a:rPr sz="2175" b="1">
                <a:solidFill>
                  <a:srgbClr val="173D40"/>
                </a:solidFill>
                <a:latin typeface="Arial"/>
                <a:ea typeface="Arial"/>
                <a:cs typeface="Arial"/>
              </a:rPr>
              <a:t>Report and adjust</a:t>
            </a:r>
          </a:p>
        </p:txBody>
      </p:sp>
      <p:sp>
        <p:nvSpPr>
          <p:cNvPr id="15" name="text-55">
            <a:extLst xmlns:a="http://schemas.openxmlformats.org/drawingml/2006/main">
              <a:ext uri="{FF2B5EF4-FFF2-40B4-BE49-F238E27FC236}">
                <a16:creationId xmlns:a16="http://schemas.microsoft.com/office/drawing/2014/main" id="{52CAAF3C-ECC3-44CE-8EC1-5E32B54687D7}"/>
              </a:ext>
            </a:extLst>
          </p:cNvPr>
          <p:cNvSpPr>
            <a:spLocks xmlns:a="http://schemas.openxmlformats.org/drawingml/2006/main" noGrp="1"/>
          </p:cNvSpPr>
          <p:nvPr/>
        </p:nvSpPr>
        <p:spPr>
          <a:xfrm xmlns:a="http://schemas.openxmlformats.org/drawingml/2006/main">
            <a:off x="6096000" y="4810125"/>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466163"/>
                </a:solidFill>
                <a:latin typeface="Arial"/>
                <a:ea typeface="Arial"/>
                <a:cs typeface="Arial"/>
              </a:defRPr>
            </a:defPPr>
            <a:lvl1pPr>
              <a:defRPr sz="1875" b="0">
                <a:solidFill>
                  <a:srgbClr val="466163"/>
                </a:solidFill>
                <a:latin typeface="Arial"/>
                <a:ea typeface="Arial"/>
                <a:cs typeface="Arial"/>
              </a:defRPr>
            </a:lvl1pPr>
            <a:lvl2pPr>
              <a:defRPr sz="1875" b="0">
                <a:solidFill>
                  <a:srgbClr val="466163"/>
                </a:solidFill>
                <a:latin typeface="Arial"/>
                <a:ea typeface="Arial"/>
                <a:cs typeface="Arial"/>
              </a:defRPr>
            </a:lvl2pPr>
            <a:lvl3pPr>
              <a:defRPr sz="1875" b="0">
                <a:solidFill>
                  <a:srgbClr val="466163"/>
                </a:solidFill>
                <a:latin typeface="Arial"/>
                <a:ea typeface="Arial"/>
                <a:cs typeface="Arial"/>
              </a:defRPr>
            </a:lvl3pPr>
            <a:lvl4pPr>
              <a:defRPr sz="1875" b="0">
                <a:solidFill>
                  <a:srgbClr val="466163"/>
                </a:solidFill>
                <a:latin typeface="Arial"/>
                <a:ea typeface="Arial"/>
                <a:cs typeface="Arial"/>
              </a:defRPr>
            </a:lvl4pPr>
            <a:lvl5pPr>
              <a:defRPr sz="1875" b="0">
                <a:solidFill>
                  <a:srgbClr val="466163"/>
                </a:solidFill>
                <a:latin typeface="Arial"/>
                <a:ea typeface="Arial"/>
                <a:cs typeface="Arial"/>
              </a:defRPr>
            </a:lvl5pPr>
            <a:lvl6pPr>
              <a:defRPr sz="1875" b="0">
                <a:solidFill>
                  <a:srgbClr val="466163"/>
                </a:solidFill>
                <a:latin typeface="Arial"/>
                <a:ea typeface="Arial"/>
                <a:cs typeface="Arial"/>
              </a:defRPr>
            </a:lvl6pPr>
            <a:lvl7pPr>
              <a:defRPr sz="1875" b="0">
                <a:solidFill>
                  <a:srgbClr val="466163"/>
                </a:solidFill>
                <a:latin typeface="Arial"/>
                <a:ea typeface="Arial"/>
                <a:cs typeface="Arial"/>
              </a:defRPr>
            </a:lvl7pPr>
            <a:lvl8pPr>
              <a:defRPr sz="1875" b="0">
                <a:solidFill>
                  <a:srgbClr val="466163"/>
                </a:solidFill>
                <a:latin typeface="Arial"/>
                <a:ea typeface="Arial"/>
                <a:cs typeface="Arial"/>
              </a:defRPr>
            </a:lvl8pPr>
            <a:lvl9pPr>
              <a:defRPr sz="1875" b="0">
                <a:solidFill>
                  <a:srgbClr val="466163"/>
                </a:solidFill>
                <a:latin typeface="Arial"/>
                <a:ea typeface="Arial"/>
                <a:cs typeface="Arial"/>
              </a:defRPr>
            </a:lvl9pPr>
          </a:lstStyle>
          <a:p xmlns:a="http://schemas.openxmlformats.org/drawingml/2006/main">
            <a:pPr>
              <a:defRPr sz="1875" b="0">
                <a:solidFill>
                  <a:srgbClr val="466163"/>
                </a:solidFill>
                <a:latin typeface="Arial"/>
                <a:ea typeface="Arial"/>
                <a:cs typeface="Arial"/>
              </a:defRPr>
            </a:pPr>
            <a:r>
              <a:rPr sz="1875" b="0">
                <a:solidFill>
                  <a:srgbClr val="466163"/>
                </a:solidFill>
                <a:latin typeface="Arial"/>
                <a:ea typeface="Arial"/>
                <a:cs typeface="Arial"/>
              </a:rPr>
              <a:t>We share completed work, time used, and the next priorities.</a:t>
            </a:r>
          </a:p>
        </p:txBody>
      </p:sp>
    </p:spTree>
    <p:extLst>
      <p:ext uri="{BB962C8B-B14F-4D97-AF65-F5344CB8AC3E}">
        <p14:creationId xmlns:p14="http://schemas.microsoft.com/office/powerpoint/2010/main" val="1180237712"/>
      </p:ext>
    </p:extLst>
  </p:cSld>
</p:sld>
</file>

<file path=ppt/slides/slide8.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7" name="text-56">
            <a:extLst xmlns:a="http://schemas.openxmlformats.org/drawingml/2006/main">
              <a:ext uri="{FF2B5EF4-FFF2-40B4-BE49-F238E27FC236}">
                <a16:creationId xmlns:a16="http://schemas.microsoft.com/office/drawing/2014/main" id="{462FCE52-ADE5-4FF1-8F03-6B8B18709266}"/>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Monthly support options to discuss</a:t>
            </a:r>
          </a:p>
        </p:txBody>
      </p:sp>
      <p:sp>
        <p:nvSpPr>
          <p:cNvPr id="2" name="text-57">
            <a:extLst xmlns:a="http://schemas.openxmlformats.org/drawingml/2006/main">
              <a:ext uri="{FF2B5EF4-FFF2-40B4-BE49-F238E27FC236}">
                <a16:creationId xmlns:a16="http://schemas.microsoft.com/office/drawing/2014/main" id="{D86F68B7-31BD-4535-B2B6-36EF2F2A923D}"/>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58">
            <a:extLst xmlns:a="http://schemas.openxmlformats.org/drawingml/2006/main">
              <a:ext uri="{FF2B5EF4-FFF2-40B4-BE49-F238E27FC236}">
                <a16:creationId xmlns:a16="http://schemas.microsoft.com/office/drawing/2014/main" id="{640D5C2A-B058-4AF3-B9A7-47802606ACC4}"/>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27C8F391-E15D-4A4D-B2D8-CB61476A309D}"/>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a:tblGrid>
                <a:gridCol w="3048000"/>
                <a:gridCol w="3143250"/>
                <a:gridCol w="4667250"/>
              </a:tblGrid>
              <a:tr h="666750">
                <a:tc>
                  <a:txBody>
                    <a:bodyPr lIns="152400" tIns="152400" rIns="152400" bIns="152400"/>
                    <a:lstStyle/>
                    <a:p>
                      <a:r>
                        <a:rPr sz="1725" b="1">
                          <a:solidFill>
                            <a:srgbClr val="FFFFFF"/>
                          </a:solidFill>
                          <a:latin typeface="Arial"/>
                          <a:ea typeface="Arial"/>
                          <a:cs typeface="Arial"/>
                        </a:rPr>
                        <a:t/>
                      </a:r>
                    </a:p>
                  </a:txBody>
                  <a:tcPr marL="91440" marR="91440" marT="45720" marB="45720" anchor="ctr">
                    <a:lnL w="19050">
                      <a:solidFill>
                        <a:srgbClr val="F3F6F2"/>
                      </a:solidFill>
                      <a:prstDash val="solid"/>
                    </a:lnL>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support</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c>
                  <a:txBody>
                    <a:bodyPr lIns="152400" tIns="152400" rIns="152400" bIns="152400"/>
                    <a:lstStyle/>
                    <a:p>
                      <a:r>
                        <a:rPr sz="1725" b="1">
                          <a:solidFill>
                            <a:srgbClr val="FFFFFF"/>
                          </a:solidFill>
                          <a:latin typeface="Arial"/>
                          <a:ea typeface="Arial"/>
                          <a:cs typeface="Arial"/>
                        </a:rPr>
                        <a:t>Website + design + admin</a:t>
                      </a:r>
                    </a:p>
                  </a:txBody>
                  <a:tcPr marL="91440" marR="91440" marT="45720" marB="45720" anchor="ctr">
                    <a:lnR w="19050">
                      <a:solidFill>
                        <a:srgbClr val="F3F6F2"/>
                      </a:solidFill>
                      <a:prstDash val="solid"/>
                    </a:lnR>
                    <a:lnT w="19050">
                      <a:solidFill>
                        <a:srgbClr val="F3F6F2"/>
                      </a:solidFill>
                      <a:prstDash val="solid"/>
                    </a:lnT>
                    <a:lnB w="19050">
                      <a:solidFill>
                        <a:srgbClr val="F3F6F2"/>
                      </a:solidFill>
                      <a:prstDash val="solid"/>
                    </a:lnB>
                    <a:solidFill>
                      <a:srgbClr val="173D40"/>
                    </a:solidFill>
                  </a:tcPr>
                </a:tc>
              </a:tr>
              <a:tr h="666750">
                <a:tc>
                  <a:txBody>
                    <a:bodyPr lIns="152400" tIns="152400" rIns="152400" bIns="152400"/>
                    <a:lstStyle/>
                    <a:p>
                      <a:r>
                        <a:rPr sz="1725" b="0">
                          <a:solidFill>
                            <a:srgbClr val="173D40"/>
                          </a:solidFill>
                          <a:latin typeface="Arial"/>
                          <a:ea typeface="Arial"/>
                          <a:cs typeface="Arial"/>
                        </a:rPr>
                        <a:t>Proposed monthly budget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$300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USD $650–750</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Monthly allowance</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5 total hours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15 total hours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r h="666750">
                <a:tc>
                  <a:txBody>
                    <a:bodyPr lIns="152400" tIns="152400" rIns="152400" bIns="152400"/>
                    <a:lstStyle/>
                    <a:p>
                      <a:r>
                        <a:rPr sz="1725" b="0">
                          <a:solidFill>
                            <a:srgbClr val="173D40"/>
                          </a:solidFill>
                          <a:latin typeface="Arial"/>
                          <a:ea typeface="Arial"/>
                          <a:cs typeface="Arial"/>
                        </a:rPr>
                        <a:t>Planned allocation</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Technical help and small updates</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c>
                  <a:txBody>
                    <a:bodyPr lIns="152400" tIns="152400" rIns="152400" bIns="152400"/>
                    <a:lstStyle/>
                    <a:p>
                      <a:r>
                        <a:rPr sz="1725" b="0">
                          <a:solidFill>
                            <a:srgbClr val="173D40"/>
                          </a:solidFill>
                          <a:latin typeface="Arial"/>
                          <a:ea typeface="Arial"/>
                          <a:cs typeface="Arial"/>
                        </a:rPr>
                        <a:t>5 technical / 8 design or admin / 2 coordination</a:t>
                      </a:r>
                    </a:p>
                  </a:txBody>
                  <a:tcPr marL="91440" marR="91440" marT="45720" marB="45720" anchor="ctr">
                    <a:lnR w="19050">
                      <a:solidFill>
                        <a:srgbClr val="F3F6F2"/>
                      </a:solidFill>
                      <a:prstDash val="solid"/>
                    </a:lnR>
                    <a:lnB w="19050">
                      <a:solidFill>
                        <a:srgbClr val="F3F6F2"/>
                      </a:solidFill>
                      <a:prstDash val="solid"/>
                    </a:lnB>
                    <a:solidFill>
                      <a:srgbClr val="FFFFFF"/>
                    </a:solidFill>
                  </a:tcPr>
                </a:tc>
              </a:tr>
              <a:tr h="666750">
                <a:tc>
                  <a:txBody>
                    <a:bodyPr lIns="152400" tIns="152400" rIns="152400" bIns="152400"/>
                    <a:lstStyle/>
                    <a:p>
                      <a:r>
                        <a:rPr sz="1725" b="0">
                          <a:solidFill>
                            <a:srgbClr val="173D40"/>
                          </a:solidFill>
                          <a:latin typeface="Arial"/>
                          <a:ea typeface="Arial"/>
                          <a:cs typeface="Arial"/>
                        </a:rPr>
                        <a:t>Best fit</a:t>
                      </a:r>
                    </a:p>
                  </a:txBody>
                  <a:tcPr marL="91440" marR="91440" marT="45720" marB="45720" anchor="ctr">
                    <a:lnL w="19050">
                      <a:solidFill>
                        <a:srgbClr val="F3F6F2"/>
                      </a:solidFill>
                      <a:prstDash val="solid"/>
                    </a:lnL>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runs routine content work</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c>
                  <a:txBody>
                    <a:bodyPr lIns="152400" tIns="152400" rIns="152400" bIns="152400"/>
                    <a:lstStyle/>
                    <a:p>
                      <a:r>
                        <a:rPr sz="1725" b="0">
                          <a:solidFill>
                            <a:srgbClr val="173D40"/>
                          </a:solidFill>
                          <a:latin typeface="Arial"/>
                          <a:ea typeface="Arial"/>
                          <a:cs typeface="Arial"/>
                        </a:rPr>
                        <a:t>Amber delegates regular content tasks</a:t>
                      </a:r>
                    </a:p>
                  </a:txBody>
                  <a:tcPr marL="91440" marR="91440" marT="45720" marB="45720" anchor="ctr">
                    <a:lnR w="19050">
                      <a:solidFill>
                        <a:srgbClr val="F3F6F2"/>
                      </a:solidFill>
                      <a:prstDash val="solid"/>
                    </a:lnR>
                    <a:lnB w="19050">
                      <a:solidFill>
                        <a:srgbClr val="F3F6F2"/>
                      </a:solidFill>
                      <a:prstDash val="solid"/>
                    </a:lnB>
                    <a:solidFill>
                      <a:srgbClr val="E9F0EA"/>
                    </a:solidFill>
                  </a:tcPr>
                </a:tc>
              </a:tr>
            </a:tbl>
          </a:graphicData>
        </a:graphic>
      </p:graphicFrame>
      <p:sp>
        <p:nvSpPr>
          <p:cNvPr id="5" name="text-59">
            <a:extLst xmlns:a="http://schemas.openxmlformats.org/drawingml/2006/main">
              <a:ext uri="{FF2B5EF4-FFF2-40B4-BE49-F238E27FC236}">
                <a16:creationId xmlns:a16="http://schemas.microsoft.com/office/drawing/2014/main" id="{152AAB40-C419-4A82-8828-CD1E3D3B51DE}"/>
              </a:ext>
            </a:extLst>
          </p:cNvPr>
          <p:cNvSpPr>
            <a:spLocks xmlns:a="http://schemas.openxmlformats.org/drawingml/2006/main" noGrp="1"/>
          </p:cNvSpPr>
          <p:nvPr/>
        </p:nvSpPr>
        <p:spPr>
          <a:xfrm xmlns:a="http://schemas.openxmlformats.org/drawingml/2006/main">
            <a:off x="666750" y="53340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367577"/>
                </a:solidFill>
                <a:latin typeface="Arial"/>
                <a:ea typeface="Arial"/>
                <a:cs typeface="Arial"/>
              </a:defRPr>
            </a:defPPr>
            <a:lvl1pPr>
              <a:defRPr sz="1800" b="1">
                <a:solidFill>
                  <a:srgbClr val="367577"/>
                </a:solidFill>
                <a:latin typeface="Arial"/>
                <a:ea typeface="Arial"/>
                <a:cs typeface="Arial"/>
              </a:defRPr>
            </a:lvl1pPr>
            <a:lvl2pPr>
              <a:defRPr sz="1800" b="1">
                <a:solidFill>
                  <a:srgbClr val="367577"/>
                </a:solidFill>
                <a:latin typeface="Arial"/>
                <a:ea typeface="Arial"/>
                <a:cs typeface="Arial"/>
              </a:defRPr>
            </a:lvl2pPr>
            <a:lvl3pPr>
              <a:defRPr sz="1800" b="1">
                <a:solidFill>
                  <a:srgbClr val="367577"/>
                </a:solidFill>
                <a:latin typeface="Arial"/>
                <a:ea typeface="Arial"/>
                <a:cs typeface="Arial"/>
              </a:defRPr>
            </a:lvl3pPr>
            <a:lvl4pPr>
              <a:defRPr sz="1800" b="1">
                <a:solidFill>
                  <a:srgbClr val="367577"/>
                </a:solidFill>
                <a:latin typeface="Arial"/>
                <a:ea typeface="Arial"/>
                <a:cs typeface="Arial"/>
              </a:defRPr>
            </a:lvl4pPr>
            <a:lvl5pPr>
              <a:defRPr sz="1800" b="1">
                <a:solidFill>
                  <a:srgbClr val="367577"/>
                </a:solidFill>
                <a:latin typeface="Arial"/>
                <a:ea typeface="Arial"/>
                <a:cs typeface="Arial"/>
              </a:defRPr>
            </a:lvl5pPr>
            <a:lvl6pPr>
              <a:defRPr sz="1800" b="1">
                <a:solidFill>
                  <a:srgbClr val="367577"/>
                </a:solidFill>
                <a:latin typeface="Arial"/>
                <a:ea typeface="Arial"/>
                <a:cs typeface="Arial"/>
              </a:defRPr>
            </a:lvl6pPr>
            <a:lvl7pPr>
              <a:defRPr sz="1800" b="1">
                <a:solidFill>
                  <a:srgbClr val="367577"/>
                </a:solidFill>
                <a:latin typeface="Arial"/>
                <a:ea typeface="Arial"/>
                <a:cs typeface="Arial"/>
              </a:defRPr>
            </a:lvl7pPr>
            <a:lvl8pPr>
              <a:defRPr sz="1800" b="1">
                <a:solidFill>
                  <a:srgbClr val="367577"/>
                </a:solidFill>
                <a:latin typeface="Arial"/>
                <a:ea typeface="Arial"/>
                <a:cs typeface="Arial"/>
              </a:defRPr>
            </a:lvl8pPr>
            <a:lvl9pPr>
              <a:defRPr sz="1800" b="1">
                <a:solidFill>
                  <a:srgbClr val="367577"/>
                </a:solidFill>
                <a:latin typeface="Arial"/>
                <a:ea typeface="Arial"/>
                <a:cs typeface="Arial"/>
              </a:defRPr>
            </a:lvl9pPr>
          </a:lstStyle>
          <a:p xmlns:a="http://schemas.openxmlformats.org/drawingml/2006/main">
            <a:pPr>
              <a:defRPr sz="1800" b="1">
                <a:solidFill>
                  <a:srgbClr val="367577"/>
                </a:solidFill>
                <a:latin typeface="Arial"/>
                <a:ea typeface="Arial"/>
                <a:cs typeface="Arial"/>
              </a:defRPr>
            </a:pPr>
            <a:r>
              <a:rPr sz="1800" b="1">
                <a:solidFill>
                  <a:srgbClr val="367577"/>
                </a:solidFill>
                <a:latin typeface="Arial"/>
                <a:ea typeface="Arial"/>
                <a:cs typeface="Arial"/>
              </a:rPr>
              <a:t>Discussion figures. Final scope, staffing, and price confirmed in writing.</a:t>
            </a:r>
          </a:p>
        </p:txBody>
      </p:sp>
      <p:sp>
        <p:nvSpPr>
          <p:cNvPr id="6" name="text-60">
            <a:extLst xmlns:a="http://schemas.openxmlformats.org/drawingml/2006/main">
              <a:ext uri="{FF2B5EF4-FFF2-40B4-BE49-F238E27FC236}">
                <a16:creationId xmlns:a16="http://schemas.microsoft.com/office/drawing/2014/main" id="{E282226A-812F-473B-8AD8-B03FEA45CD6E}"/>
              </a:ext>
            </a:extLst>
          </p:cNvPr>
          <p:cNvSpPr>
            <a:spLocks xmlns:a="http://schemas.openxmlformats.org/drawingml/2006/main" noGrp="1"/>
          </p:cNvSpPr>
          <p:nvPr/>
        </p:nvSpPr>
        <p:spPr>
          <a:xfrm xmlns:a="http://schemas.openxmlformats.org/drawingml/2006/main">
            <a:off x="666750" y="58483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466163"/>
                </a:solidFill>
                <a:latin typeface="Arial"/>
                <a:ea typeface="Arial"/>
                <a:cs typeface="Arial"/>
              </a:defRPr>
            </a:defPPr>
            <a:lvl1pPr>
              <a:defRPr sz="1575" b="0">
                <a:solidFill>
                  <a:srgbClr val="466163"/>
                </a:solidFill>
                <a:latin typeface="Arial"/>
                <a:ea typeface="Arial"/>
                <a:cs typeface="Arial"/>
              </a:defRPr>
            </a:lvl1pPr>
            <a:lvl2pPr>
              <a:defRPr sz="1575" b="0">
                <a:solidFill>
                  <a:srgbClr val="466163"/>
                </a:solidFill>
                <a:latin typeface="Arial"/>
                <a:ea typeface="Arial"/>
                <a:cs typeface="Arial"/>
              </a:defRPr>
            </a:lvl2pPr>
            <a:lvl3pPr>
              <a:defRPr sz="1575" b="0">
                <a:solidFill>
                  <a:srgbClr val="466163"/>
                </a:solidFill>
                <a:latin typeface="Arial"/>
                <a:ea typeface="Arial"/>
                <a:cs typeface="Arial"/>
              </a:defRPr>
            </a:lvl3pPr>
            <a:lvl4pPr>
              <a:defRPr sz="1575" b="0">
                <a:solidFill>
                  <a:srgbClr val="466163"/>
                </a:solidFill>
                <a:latin typeface="Arial"/>
                <a:ea typeface="Arial"/>
                <a:cs typeface="Arial"/>
              </a:defRPr>
            </a:lvl4pPr>
            <a:lvl5pPr>
              <a:defRPr sz="1575" b="0">
                <a:solidFill>
                  <a:srgbClr val="466163"/>
                </a:solidFill>
                <a:latin typeface="Arial"/>
                <a:ea typeface="Arial"/>
                <a:cs typeface="Arial"/>
              </a:defRPr>
            </a:lvl5pPr>
            <a:lvl6pPr>
              <a:defRPr sz="1575" b="0">
                <a:solidFill>
                  <a:srgbClr val="466163"/>
                </a:solidFill>
                <a:latin typeface="Arial"/>
                <a:ea typeface="Arial"/>
                <a:cs typeface="Arial"/>
              </a:defRPr>
            </a:lvl6pPr>
            <a:lvl7pPr>
              <a:defRPr sz="1575" b="0">
                <a:solidFill>
                  <a:srgbClr val="466163"/>
                </a:solidFill>
                <a:latin typeface="Arial"/>
                <a:ea typeface="Arial"/>
                <a:cs typeface="Arial"/>
              </a:defRPr>
            </a:lvl7pPr>
            <a:lvl8pPr>
              <a:defRPr sz="1575" b="0">
                <a:solidFill>
                  <a:srgbClr val="466163"/>
                </a:solidFill>
                <a:latin typeface="Arial"/>
                <a:ea typeface="Arial"/>
                <a:cs typeface="Arial"/>
              </a:defRPr>
            </a:lvl8pPr>
            <a:lvl9pPr>
              <a:defRPr sz="1575" b="0">
                <a:solidFill>
                  <a:srgbClr val="466163"/>
                </a:solidFill>
                <a:latin typeface="Arial"/>
                <a:ea typeface="Arial"/>
                <a:cs typeface="Arial"/>
              </a:defRPr>
            </a:lvl9pPr>
          </a:lstStyle>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Paid monthly in advance. Meetings and revisions count toward the allowance.</a:t>
            </a:r>
          </a:p>
          <a:p xmlns:a="http://schemas.openxmlformats.org/drawingml/2006/main">
            <a:pPr>
              <a:defRPr sz="1575" b="0">
                <a:solidFill>
                  <a:srgbClr val="466163"/>
                </a:solidFill>
                <a:latin typeface="Arial"/>
                <a:ea typeface="Arial"/>
                <a:cs typeface="Arial"/>
              </a:defRPr>
            </a:pPr>
            <a:r>
              <a:rPr sz="1575" b="0">
                <a:solidFill>
                  <a:srgbClr val="466163"/>
                </a:solidFill>
                <a:latin typeface="Arial"/>
                <a:ea typeface="Arial"/>
                <a:cs typeface="Arial"/>
              </a:rPr>
              <a:t>Unused hours expire monthly. Extra work needs approval. Provider fees are separate.</a:t>
            </a:r>
          </a:p>
        </p:txBody>
      </p:sp>
    </p:spTree>
    <p:extLst>
      <p:ext uri="{BB962C8B-B14F-4D97-AF65-F5344CB8AC3E}">
        <p14:creationId xmlns:p14="http://schemas.microsoft.com/office/powerpoint/2010/main" val="1538442024"/>
      </p:ext>
    </p:extLst>
  </p:cSld>
</p:sld>
</file>

<file path=ppt/slides/slide9.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14" name="text-61">
            <a:extLst xmlns:a="http://schemas.openxmlformats.org/drawingml/2006/main">
              <a:ext uri="{FF2B5EF4-FFF2-40B4-BE49-F238E27FC236}">
                <a16:creationId xmlns:a16="http://schemas.microsoft.com/office/drawing/2014/main" id="{B382879A-9FDD-4534-BF12-E207B1362403}"/>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A three-month trial</a:t>
            </a:r>
          </a:p>
        </p:txBody>
      </p:sp>
      <p:sp>
        <p:nvSpPr>
          <p:cNvPr id="2" name="text-62">
            <a:extLst xmlns:a="http://schemas.openxmlformats.org/drawingml/2006/main">
              <a:ext uri="{FF2B5EF4-FFF2-40B4-BE49-F238E27FC236}">
                <a16:creationId xmlns:a16="http://schemas.microsoft.com/office/drawing/2014/main" id="{D5301246-1221-498E-A3DE-1D122FBD0613}"/>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63">
            <a:extLst xmlns:a="http://schemas.openxmlformats.org/drawingml/2006/main">
              <a:ext uri="{FF2B5EF4-FFF2-40B4-BE49-F238E27FC236}">
                <a16:creationId xmlns:a16="http://schemas.microsoft.com/office/drawing/2014/main" id="{18ED214F-E880-4D26-B1F1-8C31ED347529}"/>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09</a:t>
            </a:r>
          </a:p>
        </p:txBody>
      </p:sp>
      <p:sp>
        <p:nvSpPr>
          <p:cNvPr id="4" name="text-64">
            <a:extLst xmlns:a="http://schemas.openxmlformats.org/drawingml/2006/main">
              <a:ext uri="{FF2B5EF4-FFF2-40B4-BE49-F238E27FC236}">
                <a16:creationId xmlns:a16="http://schemas.microsoft.com/office/drawing/2014/main" id="{A99A9D12-7E4E-4B60-BD1E-1ECC840B8162}"/>
              </a:ext>
            </a:extLst>
          </p:cNvPr>
          <p:cNvSpPr>
            <a:spLocks xmlns:a="http://schemas.openxmlformats.org/drawingml/2006/main" noGrp="1"/>
          </p:cNvSpPr>
          <p:nvPr/>
        </p:nvSpPr>
        <p:spPr>
          <a:xfrm xmlns:a="http://schemas.openxmlformats.org/drawingml/2006/main">
            <a:off x="6667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1</a:t>
            </a:r>
          </a:p>
        </p:txBody>
      </p:sp>
      <p:sp>
        <p:nvSpPr>
          <p:cNvPr id="5" name="text-65">
            <a:extLst xmlns:a="http://schemas.openxmlformats.org/drawingml/2006/main">
              <a:ext uri="{FF2B5EF4-FFF2-40B4-BE49-F238E27FC236}">
                <a16:creationId xmlns:a16="http://schemas.microsoft.com/office/drawing/2014/main" id="{803E409C-753B-4F8E-A2CC-7915CA1F824F}"/>
              </a:ext>
            </a:extLst>
          </p:cNvPr>
          <p:cNvSpPr>
            <a:spLocks xmlns:a="http://schemas.openxmlformats.org/drawingml/2006/main" noGrp="1"/>
          </p:cNvSpPr>
          <p:nvPr/>
        </p:nvSpPr>
        <p:spPr>
          <a:xfrm xmlns:a="http://schemas.openxmlformats.org/drawingml/2006/main">
            <a:off x="6667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Set up the routine</a:t>
            </a:r>
          </a:p>
        </p:txBody>
      </p:sp>
      <p:sp>
        <p:nvSpPr>
          <p:cNvPr id="6" name="text-66">
            <a:extLst xmlns:a="http://schemas.openxmlformats.org/drawingml/2006/main">
              <a:ext uri="{FF2B5EF4-FFF2-40B4-BE49-F238E27FC236}">
                <a16:creationId xmlns:a16="http://schemas.microsoft.com/office/drawing/2014/main" id="{20DC9786-0E42-4DD2-B6F7-079B3C73653F}"/>
              </a:ext>
            </a:extLst>
          </p:cNvPr>
          <p:cNvSpPr>
            <a:spLocks xmlns:a="http://schemas.openxmlformats.org/drawingml/2006/main" noGrp="1"/>
          </p:cNvSpPr>
          <p:nvPr/>
        </p:nvSpPr>
        <p:spPr>
          <a:xfrm xmlns:a="http://schemas.openxmlformats.org/drawingml/2006/main">
            <a:off x="6667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Choose two recurring tasks.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templates, access, and approvals.</a:t>
            </a:r>
          </a:p>
        </p:txBody>
      </p:sp>
      <p:sp>
        <p:nvSpPr>
          <p:cNvPr id="7" name="text-67">
            <a:extLst xmlns:a="http://schemas.openxmlformats.org/drawingml/2006/main">
              <a:ext uri="{FF2B5EF4-FFF2-40B4-BE49-F238E27FC236}">
                <a16:creationId xmlns:a16="http://schemas.microsoft.com/office/drawing/2014/main" id="{FF9616D1-9C2F-4D20-9CEF-EC89791B7604}"/>
              </a:ext>
            </a:extLst>
          </p:cNvPr>
          <p:cNvSpPr>
            <a:spLocks xmlns:a="http://schemas.openxmlformats.org/drawingml/2006/main" noGrp="1"/>
          </p:cNvSpPr>
          <p:nvPr/>
        </p:nvSpPr>
        <p:spPr>
          <a:xfrm xmlns:a="http://schemas.openxmlformats.org/drawingml/2006/main">
            <a:off x="438150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2</a:t>
            </a:r>
          </a:p>
        </p:txBody>
      </p:sp>
      <p:sp>
        <p:nvSpPr>
          <p:cNvPr id="8" name="text-68">
            <a:extLst xmlns:a="http://schemas.openxmlformats.org/drawingml/2006/main">
              <a:ext uri="{FF2B5EF4-FFF2-40B4-BE49-F238E27FC236}">
                <a16:creationId xmlns:a16="http://schemas.microsoft.com/office/drawing/2014/main" id="{48C158C1-921F-4843-B3A8-AE80C2B7CA8A}"/>
              </a:ext>
            </a:extLst>
          </p:cNvPr>
          <p:cNvSpPr>
            <a:spLocks xmlns:a="http://schemas.openxmlformats.org/drawingml/2006/main" noGrp="1"/>
          </p:cNvSpPr>
          <p:nvPr/>
        </p:nvSpPr>
        <p:spPr>
          <a:xfrm xmlns:a="http://schemas.openxmlformats.org/drawingml/2006/main">
            <a:off x="438150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Use the workflow</a:t>
            </a:r>
          </a:p>
        </p:txBody>
      </p:sp>
      <p:sp>
        <p:nvSpPr>
          <p:cNvPr id="9" name="text-69">
            <a:extLst xmlns:a="http://schemas.openxmlformats.org/drawingml/2006/main">
              <a:ext uri="{FF2B5EF4-FFF2-40B4-BE49-F238E27FC236}">
                <a16:creationId xmlns:a16="http://schemas.microsoft.com/office/drawing/2014/main" id="{2B126554-4F83-45A5-9970-BCAF69672E4E}"/>
              </a:ext>
            </a:extLst>
          </p:cNvPr>
          <p:cNvSpPr>
            <a:spLocks xmlns:a="http://schemas.openxmlformats.org/drawingml/2006/main" noGrp="1"/>
          </p:cNvSpPr>
          <p:nvPr/>
        </p:nvSpPr>
        <p:spPr>
          <a:xfrm xmlns:a="http://schemas.openxmlformats.org/drawingml/2006/main">
            <a:off x="438150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Complete the agreed priorities.</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Review time used and revision effort.</a:t>
            </a:r>
          </a:p>
        </p:txBody>
      </p:sp>
      <p:sp>
        <p:nvSpPr>
          <p:cNvPr id="10" name="text-70">
            <a:extLst xmlns:a="http://schemas.openxmlformats.org/drawingml/2006/main">
              <a:ext uri="{FF2B5EF4-FFF2-40B4-BE49-F238E27FC236}">
                <a16:creationId xmlns:a16="http://schemas.microsoft.com/office/drawing/2014/main" id="{BE86DC32-B824-4E49-A703-896C8D22AA15}"/>
              </a:ext>
            </a:extLst>
          </p:cNvPr>
          <p:cNvSpPr>
            <a:spLocks xmlns:a="http://schemas.openxmlformats.org/drawingml/2006/main" noGrp="1"/>
          </p:cNvSpPr>
          <p:nvPr/>
        </p:nvSpPr>
        <p:spPr>
          <a:xfrm xmlns:a="http://schemas.openxmlformats.org/drawingml/2006/main">
            <a:off x="8096250" y="2000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367577"/>
                </a:solidFill>
                <a:latin typeface="Arial"/>
                <a:ea typeface="Arial"/>
                <a:cs typeface="Arial"/>
              </a:defRPr>
            </a:defPPr>
            <a:lvl1pPr>
              <a:defRPr sz="2250" b="1">
                <a:solidFill>
                  <a:srgbClr val="367577"/>
                </a:solidFill>
                <a:latin typeface="Arial"/>
                <a:ea typeface="Arial"/>
                <a:cs typeface="Arial"/>
              </a:defRPr>
            </a:lvl1pPr>
            <a:lvl2pPr>
              <a:defRPr sz="2250" b="1">
                <a:solidFill>
                  <a:srgbClr val="367577"/>
                </a:solidFill>
                <a:latin typeface="Arial"/>
                <a:ea typeface="Arial"/>
                <a:cs typeface="Arial"/>
              </a:defRPr>
            </a:lvl2pPr>
            <a:lvl3pPr>
              <a:defRPr sz="2250" b="1">
                <a:solidFill>
                  <a:srgbClr val="367577"/>
                </a:solidFill>
                <a:latin typeface="Arial"/>
                <a:ea typeface="Arial"/>
                <a:cs typeface="Arial"/>
              </a:defRPr>
            </a:lvl3pPr>
            <a:lvl4pPr>
              <a:defRPr sz="2250" b="1">
                <a:solidFill>
                  <a:srgbClr val="367577"/>
                </a:solidFill>
                <a:latin typeface="Arial"/>
                <a:ea typeface="Arial"/>
                <a:cs typeface="Arial"/>
              </a:defRPr>
            </a:lvl4pPr>
            <a:lvl5pPr>
              <a:defRPr sz="2250" b="1">
                <a:solidFill>
                  <a:srgbClr val="367577"/>
                </a:solidFill>
                <a:latin typeface="Arial"/>
                <a:ea typeface="Arial"/>
                <a:cs typeface="Arial"/>
              </a:defRPr>
            </a:lvl5pPr>
            <a:lvl6pPr>
              <a:defRPr sz="2250" b="1">
                <a:solidFill>
                  <a:srgbClr val="367577"/>
                </a:solidFill>
                <a:latin typeface="Arial"/>
                <a:ea typeface="Arial"/>
                <a:cs typeface="Arial"/>
              </a:defRPr>
            </a:lvl6pPr>
            <a:lvl7pPr>
              <a:defRPr sz="2250" b="1">
                <a:solidFill>
                  <a:srgbClr val="367577"/>
                </a:solidFill>
                <a:latin typeface="Arial"/>
                <a:ea typeface="Arial"/>
                <a:cs typeface="Arial"/>
              </a:defRPr>
            </a:lvl7pPr>
            <a:lvl8pPr>
              <a:defRPr sz="2250" b="1">
                <a:solidFill>
                  <a:srgbClr val="367577"/>
                </a:solidFill>
                <a:latin typeface="Arial"/>
                <a:ea typeface="Arial"/>
                <a:cs typeface="Arial"/>
              </a:defRPr>
            </a:lvl8pPr>
            <a:lvl9pPr>
              <a:defRPr sz="2250" b="1">
                <a:solidFill>
                  <a:srgbClr val="367577"/>
                </a:solidFill>
                <a:latin typeface="Arial"/>
                <a:ea typeface="Arial"/>
                <a:cs typeface="Arial"/>
              </a:defRPr>
            </a:lvl9pPr>
          </a:lstStyle>
          <a:p xmlns:a="http://schemas.openxmlformats.org/drawingml/2006/main">
            <a:pPr>
              <a:defRPr sz="2250" b="1">
                <a:solidFill>
                  <a:srgbClr val="367577"/>
                </a:solidFill>
                <a:latin typeface="Arial"/>
                <a:ea typeface="Arial"/>
                <a:cs typeface="Arial"/>
              </a:defRPr>
            </a:pPr>
            <a:r>
              <a:rPr sz="2250" b="1">
                <a:solidFill>
                  <a:srgbClr val="367577"/>
                </a:solidFill>
                <a:latin typeface="Arial"/>
                <a:ea typeface="Arial"/>
                <a:cs typeface="Arial"/>
              </a:rPr>
              <a:t>Month 3</a:t>
            </a:r>
          </a:p>
        </p:txBody>
      </p:sp>
      <p:sp>
        <p:nvSpPr>
          <p:cNvPr id="11" name="text-71">
            <a:extLst xmlns:a="http://schemas.openxmlformats.org/drawingml/2006/main">
              <a:ext uri="{FF2B5EF4-FFF2-40B4-BE49-F238E27FC236}">
                <a16:creationId xmlns:a16="http://schemas.microsoft.com/office/drawing/2014/main" id="{4D920E64-CD2B-4960-BE82-DAD378F9519B}"/>
              </a:ext>
            </a:extLst>
          </p:cNvPr>
          <p:cNvSpPr>
            <a:spLocks xmlns:a="http://schemas.openxmlformats.org/drawingml/2006/main" noGrp="1"/>
          </p:cNvSpPr>
          <p:nvPr/>
        </p:nvSpPr>
        <p:spPr>
          <a:xfrm xmlns:a="http://schemas.openxmlformats.org/drawingml/2006/main">
            <a:off x="8096250" y="290512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173D40"/>
                </a:solidFill>
                <a:latin typeface="Arial"/>
                <a:ea typeface="Arial"/>
                <a:cs typeface="Arial"/>
              </a:defRPr>
            </a:defPPr>
            <a:lvl1pPr>
              <a:defRPr sz="2550" b="1">
                <a:solidFill>
                  <a:srgbClr val="173D40"/>
                </a:solidFill>
                <a:latin typeface="Arial"/>
                <a:ea typeface="Arial"/>
                <a:cs typeface="Arial"/>
              </a:defRPr>
            </a:lvl1pPr>
            <a:lvl2pPr>
              <a:defRPr sz="2550" b="1">
                <a:solidFill>
                  <a:srgbClr val="173D40"/>
                </a:solidFill>
                <a:latin typeface="Arial"/>
                <a:ea typeface="Arial"/>
                <a:cs typeface="Arial"/>
              </a:defRPr>
            </a:lvl2pPr>
            <a:lvl3pPr>
              <a:defRPr sz="2550" b="1">
                <a:solidFill>
                  <a:srgbClr val="173D40"/>
                </a:solidFill>
                <a:latin typeface="Arial"/>
                <a:ea typeface="Arial"/>
                <a:cs typeface="Arial"/>
              </a:defRPr>
            </a:lvl3pPr>
            <a:lvl4pPr>
              <a:defRPr sz="2550" b="1">
                <a:solidFill>
                  <a:srgbClr val="173D40"/>
                </a:solidFill>
                <a:latin typeface="Arial"/>
                <a:ea typeface="Arial"/>
                <a:cs typeface="Arial"/>
              </a:defRPr>
            </a:lvl4pPr>
            <a:lvl5pPr>
              <a:defRPr sz="2550" b="1">
                <a:solidFill>
                  <a:srgbClr val="173D40"/>
                </a:solidFill>
                <a:latin typeface="Arial"/>
                <a:ea typeface="Arial"/>
                <a:cs typeface="Arial"/>
              </a:defRPr>
            </a:lvl5pPr>
            <a:lvl6pPr>
              <a:defRPr sz="2550" b="1">
                <a:solidFill>
                  <a:srgbClr val="173D40"/>
                </a:solidFill>
                <a:latin typeface="Arial"/>
                <a:ea typeface="Arial"/>
                <a:cs typeface="Arial"/>
              </a:defRPr>
            </a:lvl6pPr>
            <a:lvl7pPr>
              <a:defRPr sz="2550" b="1">
                <a:solidFill>
                  <a:srgbClr val="173D40"/>
                </a:solidFill>
                <a:latin typeface="Arial"/>
                <a:ea typeface="Arial"/>
                <a:cs typeface="Arial"/>
              </a:defRPr>
            </a:lvl7pPr>
            <a:lvl8pPr>
              <a:defRPr sz="2550" b="1">
                <a:solidFill>
                  <a:srgbClr val="173D40"/>
                </a:solidFill>
                <a:latin typeface="Arial"/>
                <a:ea typeface="Arial"/>
                <a:cs typeface="Arial"/>
              </a:defRPr>
            </a:lvl8pPr>
            <a:lvl9pPr>
              <a:defRPr sz="2550" b="1">
                <a:solidFill>
                  <a:srgbClr val="173D40"/>
                </a:solidFill>
                <a:latin typeface="Arial"/>
                <a:ea typeface="Arial"/>
                <a:cs typeface="Arial"/>
              </a:defRPr>
            </a:lvl9pPr>
          </a:lstStyle>
          <a:p xmlns:a="http://schemas.openxmlformats.org/drawingml/2006/main">
            <a:pPr>
              <a:defRPr sz="2550" b="1">
                <a:solidFill>
                  <a:srgbClr val="173D40"/>
                </a:solidFill>
                <a:latin typeface="Arial"/>
                <a:ea typeface="Arial"/>
                <a:cs typeface="Arial"/>
              </a:defRPr>
            </a:pPr>
            <a:r>
              <a:rPr sz="2550" b="1">
                <a:solidFill>
                  <a:srgbClr val="173D40"/>
                </a:solidFill>
                <a:latin typeface="Arial"/>
                <a:ea typeface="Arial"/>
                <a:cs typeface="Arial"/>
              </a:rPr>
              <a:t>Review the value</a:t>
            </a:r>
          </a:p>
        </p:txBody>
      </p:sp>
      <p:sp>
        <p:nvSpPr>
          <p:cNvPr id="12" name="text-72">
            <a:extLst xmlns:a="http://schemas.openxmlformats.org/drawingml/2006/main">
              <a:ext uri="{FF2B5EF4-FFF2-40B4-BE49-F238E27FC236}">
                <a16:creationId xmlns:a16="http://schemas.microsoft.com/office/drawing/2014/main" id="{08640611-14BC-46F5-8C63-C6B8AF2889E0}"/>
              </a:ext>
            </a:extLst>
          </p:cNvPr>
          <p:cNvSpPr>
            <a:spLocks xmlns:a="http://schemas.openxmlformats.org/drawingml/2006/main" noGrp="1"/>
          </p:cNvSpPr>
          <p:nvPr/>
        </p:nvSpPr>
        <p:spPr>
          <a:xfrm xmlns:a="http://schemas.openxmlformats.org/drawingml/2006/main">
            <a:off x="8096250" y="4095750"/>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466163"/>
                </a:solidFill>
                <a:latin typeface="Arial"/>
                <a:ea typeface="Arial"/>
                <a:cs typeface="Arial"/>
              </a:defRPr>
            </a:defPPr>
            <a:lvl1pPr>
              <a:defRPr sz="1950" b="0">
                <a:solidFill>
                  <a:srgbClr val="466163"/>
                </a:solidFill>
                <a:latin typeface="Arial"/>
                <a:ea typeface="Arial"/>
                <a:cs typeface="Arial"/>
              </a:defRPr>
            </a:lvl1pPr>
            <a:lvl2pPr>
              <a:defRPr sz="1950" b="0">
                <a:solidFill>
                  <a:srgbClr val="466163"/>
                </a:solidFill>
                <a:latin typeface="Arial"/>
                <a:ea typeface="Arial"/>
                <a:cs typeface="Arial"/>
              </a:defRPr>
            </a:lvl2pPr>
            <a:lvl3pPr>
              <a:defRPr sz="1950" b="0">
                <a:solidFill>
                  <a:srgbClr val="466163"/>
                </a:solidFill>
                <a:latin typeface="Arial"/>
                <a:ea typeface="Arial"/>
                <a:cs typeface="Arial"/>
              </a:defRPr>
            </a:lvl3pPr>
            <a:lvl4pPr>
              <a:defRPr sz="1950" b="0">
                <a:solidFill>
                  <a:srgbClr val="466163"/>
                </a:solidFill>
                <a:latin typeface="Arial"/>
                <a:ea typeface="Arial"/>
                <a:cs typeface="Arial"/>
              </a:defRPr>
            </a:lvl4pPr>
            <a:lvl5pPr>
              <a:defRPr sz="1950" b="0">
                <a:solidFill>
                  <a:srgbClr val="466163"/>
                </a:solidFill>
                <a:latin typeface="Arial"/>
                <a:ea typeface="Arial"/>
                <a:cs typeface="Arial"/>
              </a:defRPr>
            </a:lvl5pPr>
            <a:lvl6pPr>
              <a:defRPr sz="1950" b="0">
                <a:solidFill>
                  <a:srgbClr val="466163"/>
                </a:solidFill>
                <a:latin typeface="Arial"/>
                <a:ea typeface="Arial"/>
                <a:cs typeface="Arial"/>
              </a:defRPr>
            </a:lvl6pPr>
            <a:lvl7pPr>
              <a:defRPr sz="1950" b="0">
                <a:solidFill>
                  <a:srgbClr val="466163"/>
                </a:solidFill>
                <a:latin typeface="Arial"/>
                <a:ea typeface="Arial"/>
                <a:cs typeface="Arial"/>
              </a:defRPr>
            </a:lvl7pPr>
            <a:lvl8pPr>
              <a:defRPr sz="1950" b="0">
                <a:solidFill>
                  <a:srgbClr val="466163"/>
                </a:solidFill>
                <a:latin typeface="Arial"/>
                <a:ea typeface="Arial"/>
                <a:cs typeface="Arial"/>
              </a:defRPr>
            </a:lvl8pPr>
            <a:lvl9pPr>
              <a:defRPr sz="1950" b="0">
                <a:solidFill>
                  <a:srgbClr val="466163"/>
                </a:solidFill>
                <a:latin typeface="Arial"/>
                <a:ea typeface="Arial"/>
                <a:cs typeface="Arial"/>
              </a:defRPr>
            </a:lvl9pPr>
          </a:lstStyle>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Assess the help Amber used.</a:t>
            </a:r>
          </a:p>
          <a:p xmlns:a="http://schemas.openxmlformats.org/drawingml/2006/main">
            <a:pPr>
              <a:defRPr sz="1950" b="0">
                <a:solidFill>
                  <a:srgbClr val="466163"/>
                </a:solidFill>
                <a:latin typeface="Arial"/>
                <a:ea typeface="Arial"/>
                <a:cs typeface="Arial"/>
              </a:defRPr>
            </a:pPr>
            <a:r>
              <a:rPr sz="1950" b="0">
                <a:solidFill>
                  <a:srgbClr val="466163"/>
                </a:solidFill>
                <a:latin typeface="Arial"/>
                <a:ea typeface="Arial"/>
                <a:cs typeface="Arial"/>
              </a:rPr>
              <a:t>Agree whether to continue or adjust.</a:t>
            </a:r>
          </a:p>
        </p:txBody>
      </p:sp>
      <p:sp>
        <p:nvSpPr>
          <p:cNvPr id="13" name="text-73">
            <a:extLst xmlns:a="http://schemas.openxmlformats.org/drawingml/2006/main">
              <a:ext uri="{FF2B5EF4-FFF2-40B4-BE49-F238E27FC236}">
                <a16:creationId xmlns:a16="http://schemas.microsoft.com/office/drawing/2014/main" id="{396AE65F-146E-4FBA-A09E-38E6A67C4672}"/>
              </a:ext>
            </a:extLst>
          </p:cNvPr>
          <p:cNvSpPr>
            <a:spLocks xmlns:a="http://schemas.openxmlformats.org/drawingml/2006/main" noGrp="1"/>
          </p:cNvSpPr>
          <p:nvPr/>
        </p:nvSpPr>
        <p:spPr>
          <a:xfrm xmlns:a="http://schemas.openxmlformats.org/drawingml/2006/main">
            <a:off x="666750" y="5762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Success means useful work completed and less routine work left with Amber</a:t>
            </a:r>
          </a:p>
        </p:txBody>
      </p:sp>
    </p:spTree>
    <p:extLst>
      <p:ext uri="{BB962C8B-B14F-4D97-AF65-F5344CB8AC3E}">
        <p14:creationId xmlns:p14="http://schemas.microsoft.com/office/powerpoint/2010/main" val="167191080"/>
      </p:ext>
    </p:extLst>
  </p:cSld>
</p:sld>
</file>

<file path=ppt/slides/slide10.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9" name="text-74">
            <a:extLst xmlns:a="http://schemas.openxmlformats.org/drawingml/2006/main">
              <a:ext uri="{FF2B5EF4-FFF2-40B4-BE49-F238E27FC236}">
                <a16:creationId xmlns:a16="http://schemas.microsoft.com/office/drawing/2014/main" id="{6ED8B193-016E-4B91-9236-D3F5FB36A911}"/>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Launch closeout and ongoing support</a:t>
            </a:r>
          </a:p>
        </p:txBody>
      </p:sp>
      <p:sp>
        <p:nvSpPr>
          <p:cNvPr id="2" name="text-75">
            <a:extLst xmlns:a="http://schemas.openxmlformats.org/drawingml/2006/main">
              <a:ext uri="{FF2B5EF4-FFF2-40B4-BE49-F238E27FC236}">
                <a16:creationId xmlns:a16="http://schemas.microsoft.com/office/drawing/2014/main" id="{0290FEE1-0717-4F73-9456-546A0451F62F}"/>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76">
            <a:extLst xmlns:a="http://schemas.openxmlformats.org/drawingml/2006/main">
              <a:ext uri="{FF2B5EF4-FFF2-40B4-BE49-F238E27FC236}">
                <a16:creationId xmlns:a16="http://schemas.microsoft.com/office/drawing/2014/main" id="{3BB9067E-CA21-4CA1-ABAC-4FFB6035DEC3}"/>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10</a:t>
            </a:r>
          </a:p>
        </p:txBody>
      </p:sp>
      <p:sp>
        <p:nvSpPr>
          <p:cNvPr id="4" name="text-77">
            <a:extLst xmlns:a="http://schemas.openxmlformats.org/drawingml/2006/main">
              <a:ext uri="{FF2B5EF4-FFF2-40B4-BE49-F238E27FC236}">
                <a16:creationId xmlns:a16="http://schemas.microsoft.com/office/drawing/2014/main" id="{9A9F8BF8-5112-4E83-96DE-93C76040079F}"/>
              </a:ext>
            </a:extLst>
          </p:cNvPr>
          <p:cNvSpPr>
            <a:spLocks xmlns:a="http://schemas.openxmlformats.org/drawingml/2006/main" noGrp="1"/>
          </p:cNvSpPr>
          <p:nvPr/>
        </p:nvSpPr>
        <p:spPr>
          <a:xfrm xmlns:a="http://schemas.openxmlformats.org/drawingml/2006/main">
            <a:off x="666750" y="200025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Complete the current project</a:t>
            </a:r>
          </a:p>
        </p:txBody>
      </p:sp>
      <p:sp>
        <p:nvSpPr>
          <p:cNvPr id="5" name="text-78">
            <a:extLst xmlns:a="http://schemas.openxmlformats.org/drawingml/2006/main">
              <a:ext uri="{FF2B5EF4-FFF2-40B4-BE49-F238E27FC236}">
                <a16:creationId xmlns:a16="http://schemas.microsoft.com/office/drawing/2014/main" id="{CF7CA43E-A451-44CE-B40A-BB2B15BD885A}"/>
              </a:ext>
            </a:extLst>
          </p:cNvPr>
          <p:cNvSpPr>
            <a:spLocks xmlns:a="http://schemas.openxmlformats.org/drawingml/2006/main" noGrp="1"/>
          </p:cNvSpPr>
          <p:nvPr/>
        </p:nvSpPr>
        <p:spPr>
          <a:xfrm xmlns:a="http://schemas.openxmlformats.org/drawingml/2006/main">
            <a:off x="666750" y="2952750"/>
            <a:ext cx="5048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Final booking and payment checks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Amber’s content review</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Approval for public launch</a:t>
            </a:r>
          </a:p>
        </p:txBody>
      </p:sp>
      <p:sp>
        <p:nvSpPr>
          <p:cNvPr id="6" name="text-79">
            <a:extLst xmlns:a="http://schemas.openxmlformats.org/drawingml/2006/main">
              <a:ext uri="{FF2B5EF4-FFF2-40B4-BE49-F238E27FC236}">
                <a16:creationId xmlns:a16="http://schemas.microsoft.com/office/drawing/2014/main" id="{BE4B07DB-24AC-48E6-B185-A020B111783E}"/>
              </a:ext>
            </a:extLst>
          </p:cNvPr>
          <p:cNvSpPr>
            <a:spLocks xmlns:a="http://schemas.openxmlformats.org/drawingml/2006/main" noGrp="1"/>
          </p:cNvSpPr>
          <p:nvPr/>
        </p:nvSpPr>
        <p:spPr>
          <a:xfrm xmlns:a="http://schemas.openxmlformats.org/drawingml/2006/main">
            <a:off x="6572250" y="20002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367577"/>
                </a:solidFill>
                <a:latin typeface="Arial"/>
                <a:ea typeface="Arial"/>
                <a:cs typeface="Arial"/>
              </a:defRPr>
            </a:defPPr>
            <a:lvl1pPr>
              <a:defRPr sz="2400" b="1">
                <a:solidFill>
                  <a:srgbClr val="367577"/>
                </a:solidFill>
                <a:latin typeface="Arial"/>
                <a:ea typeface="Arial"/>
                <a:cs typeface="Arial"/>
              </a:defRPr>
            </a:lvl1pPr>
            <a:lvl2pPr>
              <a:defRPr sz="2400" b="1">
                <a:solidFill>
                  <a:srgbClr val="367577"/>
                </a:solidFill>
                <a:latin typeface="Arial"/>
                <a:ea typeface="Arial"/>
                <a:cs typeface="Arial"/>
              </a:defRPr>
            </a:lvl2pPr>
            <a:lvl3pPr>
              <a:defRPr sz="2400" b="1">
                <a:solidFill>
                  <a:srgbClr val="367577"/>
                </a:solidFill>
                <a:latin typeface="Arial"/>
                <a:ea typeface="Arial"/>
                <a:cs typeface="Arial"/>
              </a:defRPr>
            </a:lvl3pPr>
            <a:lvl4pPr>
              <a:defRPr sz="2400" b="1">
                <a:solidFill>
                  <a:srgbClr val="367577"/>
                </a:solidFill>
                <a:latin typeface="Arial"/>
                <a:ea typeface="Arial"/>
                <a:cs typeface="Arial"/>
              </a:defRPr>
            </a:lvl4pPr>
            <a:lvl5pPr>
              <a:defRPr sz="2400" b="1">
                <a:solidFill>
                  <a:srgbClr val="367577"/>
                </a:solidFill>
                <a:latin typeface="Arial"/>
                <a:ea typeface="Arial"/>
                <a:cs typeface="Arial"/>
              </a:defRPr>
            </a:lvl5pPr>
            <a:lvl6pPr>
              <a:defRPr sz="2400" b="1">
                <a:solidFill>
                  <a:srgbClr val="367577"/>
                </a:solidFill>
                <a:latin typeface="Arial"/>
                <a:ea typeface="Arial"/>
                <a:cs typeface="Arial"/>
              </a:defRPr>
            </a:lvl6pPr>
            <a:lvl7pPr>
              <a:defRPr sz="2400" b="1">
                <a:solidFill>
                  <a:srgbClr val="367577"/>
                </a:solidFill>
                <a:latin typeface="Arial"/>
                <a:ea typeface="Arial"/>
                <a:cs typeface="Arial"/>
              </a:defRPr>
            </a:lvl7pPr>
            <a:lvl8pPr>
              <a:defRPr sz="2400" b="1">
                <a:solidFill>
                  <a:srgbClr val="367577"/>
                </a:solidFill>
                <a:latin typeface="Arial"/>
                <a:ea typeface="Arial"/>
                <a:cs typeface="Arial"/>
              </a:defRPr>
            </a:lvl8pPr>
            <a:lvl9pPr>
              <a:defRPr sz="2400" b="1">
                <a:solidFill>
                  <a:srgbClr val="367577"/>
                </a:solidFill>
                <a:latin typeface="Arial"/>
                <a:ea typeface="Arial"/>
                <a:cs typeface="Arial"/>
              </a:defRPr>
            </a:lvl9pPr>
          </a:lstStyle>
          <a:p xmlns:a="http://schemas.openxmlformats.org/drawingml/2006/main">
            <a:pPr>
              <a:defRPr sz="2400" b="1">
                <a:solidFill>
                  <a:srgbClr val="367577"/>
                </a:solidFill>
                <a:latin typeface="Arial"/>
                <a:ea typeface="Arial"/>
                <a:cs typeface="Arial"/>
              </a:defRPr>
            </a:pPr>
            <a:r>
              <a:rPr sz="2400" b="1">
                <a:solidFill>
                  <a:srgbClr val="367577"/>
                </a:solidFill>
                <a:latin typeface="Arial"/>
                <a:ea typeface="Arial"/>
                <a:cs typeface="Arial"/>
              </a:rPr>
              <a:t>Agree optional support</a:t>
            </a:r>
          </a:p>
        </p:txBody>
      </p:sp>
      <p:sp>
        <p:nvSpPr>
          <p:cNvPr id="7" name="text-80">
            <a:extLst xmlns:a="http://schemas.openxmlformats.org/drawingml/2006/main">
              <a:ext uri="{FF2B5EF4-FFF2-40B4-BE49-F238E27FC236}">
                <a16:creationId xmlns:a16="http://schemas.microsoft.com/office/drawing/2014/main" id="{896C5055-721E-4879-B2CC-8571CD46D47F}"/>
              </a:ext>
            </a:extLst>
          </p:cNvPr>
          <p:cNvSpPr>
            <a:spLocks xmlns:a="http://schemas.openxmlformats.org/drawingml/2006/main" noGrp="1"/>
          </p:cNvSpPr>
          <p:nvPr/>
        </p:nvSpPr>
        <p:spPr>
          <a:xfrm xmlns:a="http://schemas.openxmlformats.org/drawingml/2006/main">
            <a:off x="6572250" y="2952750"/>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466163"/>
                </a:solidFill>
                <a:latin typeface="Arial"/>
                <a:ea typeface="Arial"/>
                <a:cs typeface="Arial"/>
              </a:defRPr>
            </a:defPPr>
            <a:lvl1pPr>
              <a:defRPr sz="2025" b="0">
                <a:solidFill>
                  <a:srgbClr val="466163"/>
                </a:solidFill>
                <a:latin typeface="Arial"/>
                <a:ea typeface="Arial"/>
                <a:cs typeface="Arial"/>
              </a:defRPr>
            </a:lvl1pPr>
            <a:lvl2pPr>
              <a:defRPr sz="2025" b="0">
                <a:solidFill>
                  <a:srgbClr val="466163"/>
                </a:solidFill>
                <a:latin typeface="Arial"/>
                <a:ea typeface="Arial"/>
                <a:cs typeface="Arial"/>
              </a:defRPr>
            </a:lvl2pPr>
            <a:lvl3pPr>
              <a:defRPr sz="2025" b="0">
                <a:solidFill>
                  <a:srgbClr val="466163"/>
                </a:solidFill>
                <a:latin typeface="Arial"/>
                <a:ea typeface="Arial"/>
                <a:cs typeface="Arial"/>
              </a:defRPr>
            </a:lvl3pPr>
            <a:lvl4pPr>
              <a:defRPr sz="2025" b="0">
                <a:solidFill>
                  <a:srgbClr val="466163"/>
                </a:solidFill>
                <a:latin typeface="Arial"/>
                <a:ea typeface="Arial"/>
                <a:cs typeface="Arial"/>
              </a:defRPr>
            </a:lvl4pPr>
            <a:lvl5pPr>
              <a:defRPr sz="2025" b="0">
                <a:solidFill>
                  <a:srgbClr val="466163"/>
                </a:solidFill>
                <a:latin typeface="Arial"/>
                <a:ea typeface="Arial"/>
                <a:cs typeface="Arial"/>
              </a:defRPr>
            </a:lvl5pPr>
            <a:lvl6pPr>
              <a:defRPr sz="2025" b="0">
                <a:solidFill>
                  <a:srgbClr val="466163"/>
                </a:solidFill>
                <a:latin typeface="Arial"/>
                <a:ea typeface="Arial"/>
                <a:cs typeface="Arial"/>
              </a:defRPr>
            </a:lvl6pPr>
            <a:lvl7pPr>
              <a:defRPr sz="2025" b="0">
                <a:solidFill>
                  <a:srgbClr val="466163"/>
                </a:solidFill>
                <a:latin typeface="Arial"/>
                <a:ea typeface="Arial"/>
                <a:cs typeface="Arial"/>
              </a:defRPr>
            </a:lvl7pPr>
            <a:lvl8pPr>
              <a:defRPr sz="2025" b="0">
                <a:solidFill>
                  <a:srgbClr val="466163"/>
                </a:solidFill>
                <a:latin typeface="Arial"/>
                <a:ea typeface="Arial"/>
                <a:cs typeface="Arial"/>
              </a:defRPr>
            </a:lvl8pPr>
            <a:lvl9pPr>
              <a:defRPr sz="2025" b="0">
                <a:solidFill>
                  <a:srgbClr val="466163"/>
                </a:solidFill>
                <a:latin typeface="Arial"/>
                <a:ea typeface="Arial"/>
                <a:cs typeface="Arial"/>
              </a:defRPr>
            </a:lvl9pPr>
          </a:lstStyle>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Recurring tasks and monthly capacity</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Budget, approvals, and response times</a:t>
            </a:r>
          </a:p>
          <a:p xmlns:a="http://schemas.openxmlformats.org/drawingml/2006/main">
            <a:r>
              <a:t/>
            </a:r>
          </a:p>
          <a:p xmlns:a="http://schemas.openxmlformats.org/drawingml/2006/main">
            <a:pPr>
              <a:defRPr sz="2025" b="0">
                <a:solidFill>
                  <a:srgbClr val="466163"/>
                </a:solidFill>
                <a:latin typeface="Arial"/>
                <a:ea typeface="Arial"/>
                <a:cs typeface="Arial"/>
              </a:defRPr>
            </a:pPr>
            <a:r>
              <a:rPr sz="2025" b="0">
                <a:solidFill>
                  <a:srgbClr val="466163"/>
                </a:solidFill>
                <a:latin typeface="Arial"/>
                <a:ea typeface="Arial"/>
                <a:cs typeface="Arial"/>
              </a:rPr>
              <a:t>A start date and review at three months</a:t>
            </a:r>
          </a:p>
        </p:txBody>
      </p:sp>
      <p:sp>
        <p:nvSpPr>
          <p:cNvPr id="8" name="text-81">
            <a:extLst xmlns:a="http://schemas.openxmlformats.org/drawingml/2006/main">
              <a:ext uri="{FF2B5EF4-FFF2-40B4-BE49-F238E27FC236}">
                <a16:creationId xmlns:a16="http://schemas.microsoft.com/office/drawing/2014/main" id="{47FAFADB-FDC2-4086-9C1F-781F66E0F7F0}"/>
              </a:ext>
            </a:extLst>
          </p:cNvPr>
          <p:cNvSpPr>
            <a:spLocks xmlns:a="http://schemas.openxmlformats.org/drawingml/2006/main" noGrp="1"/>
          </p:cNvSpPr>
          <p:nvPr/>
        </p:nvSpPr>
        <p:spPr>
          <a:xfrm xmlns:a="http://schemas.openxmlformats.org/drawingml/2006/main">
            <a:off x="666750" y="5857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173D40"/>
                </a:solidFill>
                <a:latin typeface="Arial"/>
                <a:ea typeface="Arial"/>
                <a:cs typeface="Arial"/>
              </a:defRPr>
            </a:defPPr>
            <a:lvl1pPr>
              <a:defRPr sz="1875" b="1">
                <a:solidFill>
                  <a:srgbClr val="173D40"/>
                </a:solidFill>
                <a:latin typeface="Arial"/>
                <a:ea typeface="Arial"/>
                <a:cs typeface="Arial"/>
              </a:defRPr>
            </a:lvl1pPr>
            <a:lvl2pPr>
              <a:defRPr sz="1875" b="1">
                <a:solidFill>
                  <a:srgbClr val="173D40"/>
                </a:solidFill>
                <a:latin typeface="Arial"/>
                <a:ea typeface="Arial"/>
                <a:cs typeface="Arial"/>
              </a:defRPr>
            </a:lvl2pPr>
            <a:lvl3pPr>
              <a:defRPr sz="1875" b="1">
                <a:solidFill>
                  <a:srgbClr val="173D40"/>
                </a:solidFill>
                <a:latin typeface="Arial"/>
                <a:ea typeface="Arial"/>
                <a:cs typeface="Arial"/>
              </a:defRPr>
            </a:lvl3pPr>
            <a:lvl4pPr>
              <a:defRPr sz="1875" b="1">
                <a:solidFill>
                  <a:srgbClr val="173D40"/>
                </a:solidFill>
                <a:latin typeface="Arial"/>
                <a:ea typeface="Arial"/>
                <a:cs typeface="Arial"/>
              </a:defRPr>
            </a:lvl4pPr>
            <a:lvl5pPr>
              <a:defRPr sz="1875" b="1">
                <a:solidFill>
                  <a:srgbClr val="173D40"/>
                </a:solidFill>
                <a:latin typeface="Arial"/>
                <a:ea typeface="Arial"/>
                <a:cs typeface="Arial"/>
              </a:defRPr>
            </a:lvl5pPr>
            <a:lvl6pPr>
              <a:defRPr sz="1875" b="1">
                <a:solidFill>
                  <a:srgbClr val="173D40"/>
                </a:solidFill>
                <a:latin typeface="Arial"/>
                <a:ea typeface="Arial"/>
                <a:cs typeface="Arial"/>
              </a:defRPr>
            </a:lvl6pPr>
            <a:lvl7pPr>
              <a:defRPr sz="1875" b="1">
                <a:solidFill>
                  <a:srgbClr val="173D40"/>
                </a:solidFill>
                <a:latin typeface="Arial"/>
                <a:ea typeface="Arial"/>
                <a:cs typeface="Arial"/>
              </a:defRPr>
            </a:lvl7pPr>
            <a:lvl8pPr>
              <a:defRPr sz="1875" b="1">
                <a:solidFill>
                  <a:srgbClr val="173D40"/>
                </a:solidFill>
                <a:latin typeface="Arial"/>
                <a:ea typeface="Arial"/>
                <a:cs typeface="Arial"/>
              </a:defRPr>
            </a:lvl8pPr>
            <a:lvl9pPr>
              <a:defRPr sz="1875" b="1">
                <a:solidFill>
                  <a:srgbClr val="173D40"/>
                </a:solidFill>
                <a:latin typeface="Arial"/>
                <a:ea typeface="Arial"/>
                <a:cs typeface="Arial"/>
              </a:defRPr>
            </a:lvl9pPr>
          </a:lstStyle>
          <a:p xmlns:a="http://schemas.openxmlformats.org/drawingml/2006/main">
            <a:pPr>
              <a:defRPr sz="1875" b="1">
                <a:solidFill>
                  <a:srgbClr val="173D40"/>
                </a:solidFill>
                <a:latin typeface="Arial"/>
                <a:ea typeface="Arial"/>
                <a:cs typeface="Arial"/>
              </a:defRPr>
            </a:pPr>
            <a:r>
              <a:rPr sz="1875" b="1">
                <a:solidFill>
                  <a:srgbClr val="173D40"/>
                </a:solidFill>
                <a:latin typeface="Arial"/>
                <a:ea typeface="Arial"/>
                <a:cs typeface="Arial"/>
              </a:rPr>
              <a:t>Existing agreed corrections remain part of the current project</a:t>
            </a:r>
          </a:p>
        </p:txBody>
      </p:sp>
    </p:spTree>
    <p:extLst>
      <p:ext uri="{BB962C8B-B14F-4D97-AF65-F5344CB8AC3E}">
        <p14:creationId xmlns:p14="http://schemas.microsoft.com/office/powerpoint/2010/main" val="1706747247"/>
      </p:ext>
    </p:extLst>
  </p:cSld>
</p:sld>
</file>

<file path=ppt/slides/slide11.xml><?xml version="1.0" encoding="utf-8"?>
<p:sld xmlns:p="http://schemas.openxmlformats.org/presentationml/2006/main">
  <p:cSld>
    <p:bg>
      <p:bgPr>
        <a:solidFill xmlns:a="http://schemas.openxmlformats.org/drawingml/2006/main">
          <a:srgbClr val="F3F6F2"/>
        </a:solidFill>
      </p:bgPr>
    </p:bg>
    <p:spTree>
      <p:nvGrpSpPr>
        <p:cNvPr id="1" name=""/>
        <p:cNvGrpSpPr/>
        <p:nvPr/>
      </p:nvGrpSpPr>
      <p:grpSpPr>
        <a:xfrm xmlns:a="http://schemas.openxmlformats.org/drawingml/2006/main"/>
      </p:grpSpPr>
      <p:sp>
        <p:nvSpPr>
          <p:cNvPr id="8" name="text-82">
            <a:extLst xmlns:a="http://schemas.openxmlformats.org/drawingml/2006/main">
              <a:ext uri="{FF2B5EF4-FFF2-40B4-BE49-F238E27FC236}">
                <a16:creationId xmlns:a16="http://schemas.microsoft.com/office/drawing/2014/main" id="{984A6D39-8B48-447F-AF32-F9622375DB58}"/>
              </a:ext>
            </a:extLst>
          </p:cNvPr>
          <p:cNvSpPr>
            <a:spLocks xmlns:a="http://schemas.openxmlformats.org/drawingml/2006/main" noGrp="1"/>
          </p:cNvSpPr>
          <p:nvPr/>
        </p:nvSpPr>
        <p:spPr>
          <a:xfrm xmlns:a="http://schemas.openxmlformats.org/drawingml/2006/main">
            <a:off x="666750" y="5238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D40"/>
                </a:solidFill>
                <a:latin typeface="Arial"/>
                <a:ea typeface="Arial"/>
                <a:cs typeface="Arial"/>
              </a:defRPr>
            </a:defPPr>
            <a:lvl1pPr>
              <a:defRPr sz="3450" b="1">
                <a:solidFill>
                  <a:srgbClr val="173D40"/>
                </a:solidFill>
                <a:latin typeface="Arial"/>
                <a:ea typeface="Arial"/>
                <a:cs typeface="Arial"/>
              </a:defRPr>
            </a:lvl1pPr>
            <a:lvl2pPr>
              <a:defRPr sz="3450" b="1">
                <a:solidFill>
                  <a:srgbClr val="173D40"/>
                </a:solidFill>
                <a:latin typeface="Arial"/>
                <a:ea typeface="Arial"/>
                <a:cs typeface="Arial"/>
              </a:defRPr>
            </a:lvl2pPr>
            <a:lvl3pPr>
              <a:defRPr sz="3450" b="1">
                <a:solidFill>
                  <a:srgbClr val="173D40"/>
                </a:solidFill>
                <a:latin typeface="Arial"/>
                <a:ea typeface="Arial"/>
                <a:cs typeface="Arial"/>
              </a:defRPr>
            </a:lvl3pPr>
            <a:lvl4pPr>
              <a:defRPr sz="3450" b="1">
                <a:solidFill>
                  <a:srgbClr val="173D40"/>
                </a:solidFill>
                <a:latin typeface="Arial"/>
                <a:ea typeface="Arial"/>
                <a:cs typeface="Arial"/>
              </a:defRPr>
            </a:lvl4pPr>
            <a:lvl5pPr>
              <a:defRPr sz="3450" b="1">
                <a:solidFill>
                  <a:srgbClr val="173D40"/>
                </a:solidFill>
                <a:latin typeface="Arial"/>
                <a:ea typeface="Arial"/>
                <a:cs typeface="Arial"/>
              </a:defRPr>
            </a:lvl5pPr>
            <a:lvl6pPr>
              <a:defRPr sz="3450" b="1">
                <a:solidFill>
                  <a:srgbClr val="173D40"/>
                </a:solidFill>
                <a:latin typeface="Arial"/>
                <a:ea typeface="Arial"/>
                <a:cs typeface="Arial"/>
              </a:defRPr>
            </a:lvl6pPr>
            <a:lvl7pPr>
              <a:defRPr sz="3450" b="1">
                <a:solidFill>
                  <a:srgbClr val="173D40"/>
                </a:solidFill>
                <a:latin typeface="Arial"/>
                <a:ea typeface="Arial"/>
                <a:cs typeface="Arial"/>
              </a:defRPr>
            </a:lvl7pPr>
            <a:lvl8pPr>
              <a:defRPr sz="3450" b="1">
                <a:solidFill>
                  <a:srgbClr val="173D40"/>
                </a:solidFill>
                <a:latin typeface="Arial"/>
                <a:ea typeface="Arial"/>
                <a:cs typeface="Arial"/>
              </a:defRPr>
            </a:lvl8pPr>
            <a:lvl9pPr>
              <a:defRPr sz="3450" b="1">
                <a:solidFill>
                  <a:srgbClr val="173D40"/>
                </a:solidFill>
                <a:latin typeface="Arial"/>
                <a:ea typeface="Arial"/>
                <a:cs typeface="Arial"/>
              </a:defRPr>
            </a:lvl9pPr>
          </a:lstStyle>
          <a:p xmlns:a="http://schemas.openxmlformats.org/drawingml/2006/main">
            <a:pPr>
              <a:defRPr sz="3450" b="1">
                <a:solidFill>
                  <a:srgbClr val="173D40"/>
                </a:solidFill>
                <a:latin typeface="Arial"/>
                <a:ea typeface="Arial"/>
                <a:cs typeface="Arial"/>
              </a:defRPr>
            </a:pPr>
            <a:r>
              <a:rPr sz="3450" b="1">
                <a:solidFill>
                  <a:srgbClr val="173D40"/>
                </a:solidFill>
                <a:latin typeface="Arial"/>
                <a:ea typeface="Arial"/>
                <a:cs typeface="Arial"/>
              </a:rPr>
              <a:t>What would you like to hand over?</a:t>
            </a:r>
          </a:p>
        </p:txBody>
      </p:sp>
      <p:sp>
        <p:nvSpPr>
          <p:cNvPr id="2" name="text-83">
            <a:extLst xmlns:a="http://schemas.openxmlformats.org/drawingml/2006/main">
              <a:ext uri="{FF2B5EF4-FFF2-40B4-BE49-F238E27FC236}">
                <a16:creationId xmlns:a16="http://schemas.microsoft.com/office/drawing/2014/main" id="{5A84175B-4BF3-4A7F-ACB5-29A198CA7D17}"/>
              </a:ext>
            </a:extLst>
          </p:cNvPr>
          <p:cNvSpPr>
            <a:spLocks xmlns:a="http://schemas.openxmlformats.org/drawingml/2006/main" noGrp="1"/>
          </p:cNvSpPr>
          <p:nvPr/>
        </p:nvSpPr>
        <p:spPr>
          <a:xfrm xmlns:a="http://schemas.openxmlformats.org/drawingml/2006/main">
            <a:off x="666750" y="6343650"/>
            <a:ext cx="571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WaistLess Foods</a:t>
            </a:r>
          </a:p>
        </p:txBody>
      </p:sp>
      <p:sp>
        <p:nvSpPr>
          <p:cNvPr id="3" name="text-84">
            <a:extLst xmlns:a="http://schemas.openxmlformats.org/drawingml/2006/main">
              <a:ext uri="{FF2B5EF4-FFF2-40B4-BE49-F238E27FC236}">
                <a16:creationId xmlns:a16="http://schemas.microsoft.com/office/drawing/2014/main" id="{2D2DE5B5-0516-4401-9125-1B3B3446415A}"/>
              </a:ext>
            </a:extLst>
          </p:cNvPr>
          <p:cNvSpPr>
            <a:spLocks xmlns:a="http://schemas.openxmlformats.org/drawingml/2006/main" noGrp="1"/>
          </p:cNvSpPr>
          <p:nvPr/>
        </p:nvSpPr>
        <p:spPr>
          <a:xfrm xmlns:a="http://schemas.openxmlformats.org/drawingml/2006/main">
            <a:off x="11049000" y="63436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466163"/>
                </a:solidFill>
                <a:latin typeface="Arial"/>
                <a:ea typeface="Arial"/>
                <a:cs typeface="Arial"/>
              </a:defRPr>
            </a:defPPr>
            <a:lvl1pPr>
              <a:defRPr sz="1200" b="0">
                <a:solidFill>
                  <a:srgbClr val="466163"/>
                </a:solidFill>
                <a:latin typeface="Arial"/>
                <a:ea typeface="Arial"/>
                <a:cs typeface="Arial"/>
              </a:defRPr>
            </a:lvl1pPr>
            <a:lvl2pPr>
              <a:defRPr sz="1200" b="0">
                <a:solidFill>
                  <a:srgbClr val="466163"/>
                </a:solidFill>
                <a:latin typeface="Arial"/>
                <a:ea typeface="Arial"/>
                <a:cs typeface="Arial"/>
              </a:defRPr>
            </a:lvl2pPr>
            <a:lvl3pPr>
              <a:defRPr sz="1200" b="0">
                <a:solidFill>
                  <a:srgbClr val="466163"/>
                </a:solidFill>
                <a:latin typeface="Arial"/>
                <a:ea typeface="Arial"/>
                <a:cs typeface="Arial"/>
              </a:defRPr>
            </a:lvl3pPr>
            <a:lvl4pPr>
              <a:defRPr sz="1200" b="0">
                <a:solidFill>
                  <a:srgbClr val="466163"/>
                </a:solidFill>
                <a:latin typeface="Arial"/>
                <a:ea typeface="Arial"/>
                <a:cs typeface="Arial"/>
              </a:defRPr>
            </a:lvl4pPr>
            <a:lvl5pPr>
              <a:defRPr sz="1200" b="0">
                <a:solidFill>
                  <a:srgbClr val="466163"/>
                </a:solidFill>
                <a:latin typeface="Arial"/>
                <a:ea typeface="Arial"/>
                <a:cs typeface="Arial"/>
              </a:defRPr>
            </a:lvl5pPr>
            <a:lvl6pPr>
              <a:defRPr sz="1200" b="0">
                <a:solidFill>
                  <a:srgbClr val="466163"/>
                </a:solidFill>
                <a:latin typeface="Arial"/>
                <a:ea typeface="Arial"/>
                <a:cs typeface="Arial"/>
              </a:defRPr>
            </a:lvl6pPr>
            <a:lvl7pPr>
              <a:defRPr sz="1200" b="0">
                <a:solidFill>
                  <a:srgbClr val="466163"/>
                </a:solidFill>
                <a:latin typeface="Arial"/>
                <a:ea typeface="Arial"/>
                <a:cs typeface="Arial"/>
              </a:defRPr>
            </a:lvl7pPr>
            <a:lvl8pPr>
              <a:defRPr sz="1200" b="0">
                <a:solidFill>
                  <a:srgbClr val="466163"/>
                </a:solidFill>
                <a:latin typeface="Arial"/>
                <a:ea typeface="Arial"/>
                <a:cs typeface="Arial"/>
              </a:defRPr>
            </a:lvl8pPr>
            <a:lvl9pPr>
              <a:defRPr sz="1200" b="0">
                <a:solidFill>
                  <a:srgbClr val="466163"/>
                </a:solidFill>
                <a:latin typeface="Arial"/>
                <a:ea typeface="Arial"/>
                <a:cs typeface="Arial"/>
              </a:defRPr>
            </a:lvl9pPr>
          </a:lstStyle>
          <a:p xmlns:a="http://schemas.openxmlformats.org/drawingml/2006/main">
            <a:pPr>
              <a:defRPr sz="1200" b="0">
                <a:solidFill>
                  <a:srgbClr val="466163"/>
                </a:solidFill>
                <a:latin typeface="Arial"/>
                <a:ea typeface="Arial"/>
                <a:cs typeface="Arial"/>
              </a:defRPr>
            </a:pPr>
            <a:r>
              <a:rPr sz="1200" b="0">
                <a:solidFill>
                  <a:srgbClr val="466163"/>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644BCC2D-CBFD-4A67-8131-8AA86E20482A}"/>
              </a:ext>
            </a:extLst>
          </p:cNvPr>
          <p:cNvPicPr>
            <a:picLocks xmlns:a="http://schemas.openxmlformats.org/drawingml/2006/main" noChangeAspect="1"/>
          </p:cNvPicPr>
          <p:nvPr/>
        </p:nvPicPr>
        <p:blipFill>
          <a:blip xmlns:r="http://schemas.openxmlformats.org/officeDocument/2006/relationships" xmlns:a="http://schemas.openxmlformats.org/drawingml/2006/main" r:embed="Rdb6af6f2305e42fb"/>
          <a:srcRect xmlns:a="http://schemas.openxmlformats.org/drawingml/2006/main" l="6358" t="0" r="6358"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5" name="text-85">
            <a:extLst xmlns:a="http://schemas.openxmlformats.org/drawingml/2006/main">
              <a:ext uri="{FF2B5EF4-FFF2-40B4-BE49-F238E27FC236}">
                <a16:creationId xmlns:a16="http://schemas.microsoft.com/office/drawing/2014/main" id="{6CB98845-07B9-4B3D-B17B-DF33E62D3C14}"/>
              </a:ext>
            </a:extLst>
          </p:cNvPr>
          <p:cNvSpPr>
            <a:spLocks xmlns:a="http://schemas.openxmlformats.org/drawingml/2006/main" noGrp="1"/>
          </p:cNvSpPr>
          <p:nvPr/>
        </p:nvSpPr>
        <p:spPr>
          <a:xfrm xmlns:a="http://schemas.openxmlformats.org/drawingml/2006/main">
            <a:off x="666750" y="1190625"/>
            <a:ext cx="1000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1">
                <a:solidFill>
                  <a:srgbClr val="FFFFFF"/>
                </a:solidFill>
                <a:latin typeface="Arial"/>
                <a:ea typeface="Arial"/>
                <a:cs typeface="Arial"/>
              </a:defRPr>
            </a:defPPr>
            <a:lvl1pPr>
              <a:defRPr sz="4950" b="1">
                <a:solidFill>
                  <a:srgbClr val="FFFFFF"/>
                </a:solidFill>
                <a:latin typeface="Arial"/>
                <a:ea typeface="Arial"/>
                <a:cs typeface="Arial"/>
              </a:defRPr>
            </a:lvl1pPr>
            <a:lvl2pPr>
              <a:defRPr sz="4950" b="1">
                <a:solidFill>
                  <a:srgbClr val="FFFFFF"/>
                </a:solidFill>
                <a:latin typeface="Arial"/>
                <a:ea typeface="Arial"/>
                <a:cs typeface="Arial"/>
              </a:defRPr>
            </a:lvl2pPr>
            <a:lvl3pPr>
              <a:defRPr sz="4950" b="1">
                <a:solidFill>
                  <a:srgbClr val="FFFFFF"/>
                </a:solidFill>
                <a:latin typeface="Arial"/>
                <a:ea typeface="Arial"/>
                <a:cs typeface="Arial"/>
              </a:defRPr>
            </a:lvl3pPr>
            <a:lvl4pPr>
              <a:defRPr sz="4950" b="1">
                <a:solidFill>
                  <a:srgbClr val="FFFFFF"/>
                </a:solidFill>
                <a:latin typeface="Arial"/>
                <a:ea typeface="Arial"/>
                <a:cs typeface="Arial"/>
              </a:defRPr>
            </a:lvl4pPr>
            <a:lvl5pPr>
              <a:defRPr sz="4950" b="1">
                <a:solidFill>
                  <a:srgbClr val="FFFFFF"/>
                </a:solidFill>
                <a:latin typeface="Arial"/>
                <a:ea typeface="Arial"/>
                <a:cs typeface="Arial"/>
              </a:defRPr>
            </a:lvl5pPr>
            <a:lvl6pPr>
              <a:defRPr sz="4950" b="1">
                <a:solidFill>
                  <a:srgbClr val="FFFFFF"/>
                </a:solidFill>
                <a:latin typeface="Arial"/>
                <a:ea typeface="Arial"/>
                <a:cs typeface="Arial"/>
              </a:defRPr>
            </a:lvl6pPr>
            <a:lvl7pPr>
              <a:defRPr sz="4950" b="1">
                <a:solidFill>
                  <a:srgbClr val="FFFFFF"/>
                </a:solidFill>
                <a:latin typeface="Arial"/>
                <a:ea typeface="Arial"/>
                <a:cs typeface="Arial"/>
              </a:defRPr>
            </a:lvl7pPr>
            <a:lvl8pPr>
              <a:defRPr sz="4950" b="1">
                <a:solidFill>
                  <a:srgbClr val="FFFFFF"/>
                </a:solidFill>
                <a:latin typeface="Arial"/>
                <a:ea typeface="Arial"/>
                <a:cs typeface="Arial"/>
              </a:defRPr>
            </a:lvl8pPr>
            <a:lvl9pPr>
              <a:defRPr sz="4950" b="1">
                <a:solidFill>
                  <a:srgbClr val="FFFFFF"/>
                </a:solidFill>
                <a:latin typeface="Arial"/>
                <a:ea typeface="Arial"/>
                <a:cs typeface="Arial"/>
              </a:defRPr>
            </a:lvl9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What would you like</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to hand over?</a:t>
            </a:r>
          </a:p>
        </p:txBody>
      </p:sp>
      <p:sp>
        <p:nvSpPr>
          <p:cNvPr id="6" name="text-86">
            <a:extLst xmlns:a="http://schemas.openxmlformats.org/drawingml/2006/main">
              <a:ext uri="{FF2B5EF4-FFF2-40B4-BE49-F238E27FC236}">
                <a16:creationId xmlns:a16="http://schemas.microsoft.com/office/drawing/2014/main" id="{FD3F2112-48D9-4C4D-90CC-93BAF100FD0B}"/>
              </a:ext>
            </a:extLst>
          </p:cNvPr>
          <p:cNvSpPr>
            <a:spLocks xmlns:a="http://schemas.openxmlformats.org/drawingml/2006/main" noGrp="1"/>
          </p:cNvSpPr>
          <p:nvPr/>
        </p:nvSpPr>
        <p:spPr>
          <a:xfrm xmlns:a="http://schemas.openxmlformats.org/drawingml/2006/main">
            <a:off x="666750" y="3524250"/>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two recurring tasks you would like help with.</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We can build the first month around those priorities.</a:t>
            </a:r>
          </a:p>
        </p:txBody>
      </p:sp>
      <p:sp>
        <p:nvSpPr>
          <p:cNvPr id="7" name="text-87">
            <a:extLst xmlns:a="http://schemas.openxmlformats.org/drawingml/2006/main">
              <a:ext uri="{FF2B5EF4-FFF2-40B4-BE49-F238E27FC236}">
                <a16:creationId xmlns:a16="http://schemas.microsoft.com/office/drawing/2014/main" id="{D696D4D4-1B36-4B13-9C3D-32E8076F0820}"/>
              </a:ext>
            </a:extLst>
          </p:cNvPr>
          <p:cNvSpPr>
            <a:spLocks xmlns:a="http://schemas.openxmlformats.org/drawingml/2006/main" noGrp="1"/>
          </p:cNvSpPr>
          <p:nvPr/>
        </p:nvSpPr>
        <p:spPr>
          <a:xfrm xmlns:a="http://schemas.openxmlformats.org/drawingml/2006/main">
            <a:off x="666750" y="54292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B6DCDA"/>
                </a:solidFill>
                <a:latin typeface="Arial"/>
                <a:ea typeface="Arial"/>
                <a:cs typeface="Arial"/>
              </a:defRPr>
            </a:defPPr>
            <a:lvl1pPr>
              <a:defRPr sz="1950" b="1">
                <a:solidFill>
                  <a:srgbClr val="B6DCDA"/>
                </a:solidFill>
                <a:latin typeface="Arial"/>
                <a:ea typeface="Arial"/>
                <a:cs typeface="Arial"/>
              </a:defRPr>
            </a:lvl1pPr>
            <a:lvl2pPr>
              <a:defRPr sz="1950" b="1">
                <a:solidFill>
                  <a:srgbClr val="B6DCDA"/>
                </a:solidFill>
                <a:latin typeface="Arial"/>
                <a:ea typeface="Arial"/>
                <a:cs typeface="Arial"/>
              </a:defRPr>
            </a:lvl2pPr>
            <a:lvl3pPr>
              <a:defRPr sz="1950" b="1">
                <a:solidFill>
                  <a:srgbClr val="B6DCDA"/>
                </a:solidFill>
                <a:latin typeface="Arial"/>
                <a:ea typeface="Arial"/>
                <a:cs typeface="Arial"/>
              </a:defRPr>
            </a:lvl3pPr>
            <a:lvl4pPr>
              <a:defRPr sz="1950" b="1">
                <a:solidFill>
                  <a:srgbClr val="B6DCDA"/>
                </a:solidFill>
                <a:latin typeface="Arial"/>
                <a:ea typeface="Arial"/>
                <a:cs typeface="Arial"/>
              </a:defRPr>
            </a:lvl4pPr>
            <a:lvl5pPr>
              <a:defRPr sz="1950" b="1">
                <a:solidFill>
                  <a:srgbClr val="B6DCDA"/>
                </a:solidFill>
                <a:latin typeface="Arial"/>
                <a:ea typeface="Arial"/>
                <a:cs typeface="Arial"/>
              </a:defRPr>
            </a:lvl5pPr>
            <a:lvl6pPr>
              <a:defRPr sz="1950" b="1">
                <a:solidFill>
                  <a:srgbClr val="B6DCDA"/>
                </a:solidFill>
                <a:latin typeface="Arial"/>
                <a:ea typeface="Arial"/>
                <a:cs typeface="Arial"/>
              </a:defRPr>
            </a:lvl6pPr>
            <a:lvl7pPr>
              <a:defRPr sz="1950" b="1">
                <a:solidFill>
                  <a:srgbClr val="B6DCDA"/>
                </a:solidFill>
                <a:latin typeface="Arial"/>
                <a:ea typeface="Arial"/>
                <a:cs typeface="Arial"/>
              </a:defRPr>
            </a:lvl7pPr>
            <a:lvl8pPr>
              <a:defRPr sz="1950" b="1">
                <a:solidFill>
                  <a:srgbClr val="B6DCDA"/>
                </a:solidFill>
                <a:latin typeface="Arial"/>
                <a:ea typeface="Arial"/>
                <a:cs typeface="Arial"/>
              </a:defRPr>
            </a:lvl8pPr>
            <a:lvl9pPr>
              <a:defRPr sz="1950" b="1">
                <a:solidFill>
                  <a:srgbClr val="B6DCDA"/>
                </a:solidFill>
                <a:latin typeface="Arial"/>
                <a:ea typeface="Arial"/>
                <a:cs typeface="Arial"/>
              </a:defRPr>
            </a:lvl9pPr>
          </a:lstStyle>
          <a:p xmlns:a="http://schemas.openxmlformats.org/drawingml/2006/main">
            <a:pPr>
              <a:defRPr sz="1950" b="1">
                <a:solidFill>
                  <a:srgbClr val="B6DCDA"/>
                </a:solidFill>
                <a:latin typeface="Arial"/>
                <a:ea typeface="Arial"/>
                <a:cs typeface="Arial"/>
              </a:defRPr>
            </a:pPr>
            <a:r>
              <a:rPr sz="1950" u="sng">
                <a:solidFill>
                  <a:srgbClr val="B6DCDA"/>
                </a:solidFill>
                <a:latin typeface="Arial"/>
                <a:ea typeface="Arial"/>
                <a:cs typeface="Arial"/>
                <a:hlinkClick xmlns:r="http://schemas.openxmlformats.org/officeDocument/2006/relationships" r:id="Rf94a39b591c64c25"/>
              </a:rPr>
              <a:t>Reopen the website walkthrough</a:t>
            </a:r>
          </a:p>
        </p:txBody>
      </p:sp>
    </p:spTree>
    <p:extLst>
      <p:ext uri="{BB962C8B-B14F-4D97-AF65-F5344CB8AC3E}">
        <p14:creationId xmlns:p14="http://schemas.microsoft.com/office/powerpoint/2010/main" val="304361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2026-10-29T09:41:27.9810000Z</dcterms:created>
  <dcterms:modified xsi:type="dcterms:W3CDTF">2026-10-29T09:41:27.9810000Z</dcterms:modified>
</coreProperties>
</file>